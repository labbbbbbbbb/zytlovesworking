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handoutMasterIdLst>
    <p:handoutMasterId r:id="rId38"/>
  </p:handoutMasterIdLst>
  <p:sldIdLst>
    <p:sldId id="256" r:id="rId2"/>
    <p:sldId id="258" r:id="rId3"/>
    <p:sldId id="259" r:id="rId4"/>
    <p:sldId id="260" r:id="rId5"/>
    <p:sldId id="304" r:id="rId6"/>
    <p:sldId id="305" r:id="rId7"/>
    <p:sldId id="272" r:id="rId8"/>
    <p:sldId id="306" r:id="rId9"/>
    <p:sldId id="308" r:id="rId10"/>
    <p:sldId id="307" r:id="rId11"/>
    <p:sldId id="326" r:id="rId12"/>
    <p:sldId id="309" r:id="rId13"/>
    <p:sldId id="310" r:id="rId14"/>
    <p:sldId id="311" r:id="rId15"/>
    <p:sldId id="327" r:id="rId16"/>
    <p:sldId id="312" r:id="rId17"/>
    <p:sldId id="313" r:id="rId18"/>
    <p:sldId id="314" r:id="rId19"/>
    <p:sldId id="325" r:id="rId20"/>
    <p:sldId id="321" r:id="rId21"/>
    <p:sldId id="274" r:id="rId22"/>
    <p:sldId id="320" r:id="rId23"/>
    <p:sldId id="315" r:id="rId24"/>
    <p:sldId id="328" r:id="rId25"/>
    <p:sldId id="319" r:id="rId26"/>
    <p:sldId id="329" r:id="rId27"/>
    <p:sldId id="316" r:id="rId28"/>
    <p:sldId id="317" r:id="rId29"/>
    <p:sldId id="330" r:id="rId30"/>
    <p:sldId id="318" r:id="rId31"/>
    <p:sldId id="323" r:id="rId32"/>
    <p:sldId id="324" r:id="rId33"/>
    <p:sldId id="322" r:id="rId34"/>
    <p:sldId id="278" r:id="rId35"/>
    <p:sldId id="303" r:id="rId36"/>
  </p:sldIdLst>
  <p:sldSz cx="9144000" cy="5143500" type="screen16x9"/>
  <p:notesSz cx="6858000" cy="9144000"/>
  <p:embeddedFontLst>
    <p:embeddedFont>
      <p:font typeface="Abadi" panose="020B0604020104020204" pitchFamily="34" charset="0"/>
      <p:regular r:id="rId39"/>
    </p:embeddedFont>
    <p:embeddedFont>
      <p:font typeface="Karla" pitchFamily="2" charset="0"/>
      <p:regular r:id="rId40"/>
      <p:bold r:id="rId41"/>
      <p:italic r:id="rId42"/>
      <p:boldItalic r:id="rId43"/>
    </p:embeddedFont>
    <p:embeddedFont>
      <p:font typeface="Rubik Black" panose="02000604000000020004" pitchFamily="2" charset="-79"/>
      <p:bold r:id="rId44"/>
    </p:embeddedFont>
  </p:embeddedFontLst>
  <p:custDataLst>
    <p:tags r:id="rId4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8B84B43-F87F-4CEC-B4A2-2336F962359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1" d="100"/>
          <a:sy n="201" d="100"/>
        </p:scale>
        <p:origin x="65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Abadi" panose="020B0604020104020204" pitchFamily="3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Abadi" panose="020B0604020104020204" pitchFamily="34" charset="0"/>
              </a:rPr>
              <a:t>2025/10/4</a:t>
            </a:fld>
            <a:endParaRPr lang="zh-CN" altLang="en-US" dirty="0">
              <a:latin typeface="Abadi" panose="020B0604020104020204" pitchFamily="3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Abadi" panose="020B0604020104020204" pitchFamily="3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Abadi" panose="020B0604020104020204" pitchFamily="34" charset="0"/>
              </a:rPr>
              <a:t>‹#›</a:t>
            </a:fld>
            <a:endParaRPr lang="zh-CN" altLang="en-US" dirty="0">
              <a:latin typeface="Abadi" panose="020B0604020104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badi" panose="020B0604020104020204" pitchFamily="34" charset="0"/>
        <a:ea typeface="Abadi" panose="020B0604020104020204" pitchFamily="34" charset="0"/>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4d2792e9d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4d2792e9d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0fb8bc67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14e1613f9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e1613f9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14e1613f9b3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14e1613f9b3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14e1613f9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e1613f9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5087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14e1613f9b3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14e1613f9b3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14e1613f9b3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14e1613f9b3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0" name="Google Shape;10;p2"/>
          <p:cNvGrpSpPr/>
          <p:nvPr/>
        </p:nvGrpSpPr>
        <p:grpSpPr>
          <a:xfrm>
            <a:off x="274200" y="274200"/>
            <a:ext cx="8687100" cy="4686600"/>
            <a:chOff x="274200" y="274200"/>
            <a:chExt cx="8687100" cy="4686600"/>
          </a:xfrm>
        </p:grpSpPr>
        <p:sp>
          <p:nvSpPr>
            <p:cNvPr id="11" name="Google Shape;11;p2"/>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2" name="Google Shape;12;p2"/>
            <p:cNvGrpSpPr/>
            <p:nvPr/>
          </p:nvGrpSpPr>
          <p:grpSpPr>
            <a:xfrm>
              <a:off x="274200" y="274200"/>
              <a:ext cx="8595900" cy="4595100"/>
              <a:chOff x="274200" y="274200"/>
              <a:chExt cx="8595900" cy="4595100"/>
            </a:xfrm>
          </p:grpSpPr>
          <p:grpSp>
            <p:nvGrpSpPr>
              <p:cNvPr id="13" name="Google Shape;13;p2"/>
              <p:cNvGrpSpPr/>
              <p:nvPr/>
            </p:nvGrpSpPr>
            <p:grpSpPr>
              <a:xfrm>
                <a:off x="274200" y="274200"/>
                <a:ext cx="8595900" cy="4595100"/>
                <a:chOff x="274200" y="274200"/>
                <a:chExt cx="8595900" cy="4595100"/>
              </a:xfrm>
            </p:grpSpPr>
            <p:sp>
              <p:nvSpPr>
                <p:cNvPr id="14" name="Google Shape;14;p2"/>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5" name="Google Shape;15;p2"/>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6" name="Google Shape;16;p2"/>
              <p:cNvGrpSpPr/>
              <p:nvPr/>
            </p:nvGrpSpPr>
            <p:grpSpPr>
              <a:xfrm>
                <a:off x="8595300" y="365550"/>
                <a:ext cx="183000" cy="183000"/>
                <a:chOff x="8225400" y="367488"/>
                <a:chExt cx="183000" cy="183000"/>
              </a:xfrm>
            </p:grpSpPr>
            <p:cxnSp>
              <p:nvCxnSpPr>
                <p:cNvPr id="17" name="Google Shape;17;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 name="Google Shape;19;p2"/>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20" name="Google Shape;20;p2"/>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1" name="Google Shape;21;p2"/>
          <p:cNvGrpSpPr/>
          <p:nvPr/>
        </p:nvGrpSpPr>
        <p:grpSpPr>
          <a:xfrm>
            <a:off x="914400" y="535100"/>
            <a:ext cx="7406700" cy="4164575"/>
            <a:chOff x="914400" y="535100"/>
            <a:chExt cx="7406700" cy="4164575"/>
          </a:xfrm>
        </p:grpSpPr>
        <p:sp>
          <p:nvSpPr>
            <p:cNvPr id="22" name="Google Shape;22;p2"/>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23" name="Google Shape;23;p2"/>
            <p:cNvGrpSpPr/>
            <p:nvPr/>
          </p:nvGrpSpPr>
          <p:grpSpPr>
            <a:xfrm>
              <a:off x="914400" y="535100"/>
              <a:ext cx="7315200" cy="4073400"/>
              <a:chOff x="914400" y="535100"/>
              <a:chExt cx="7315200" cy="4073400"/>
            </a:xfrm>
          </p:grpSpPr>
          <p:sp>
            <p:nvSpPr>
              <p:cNvPr id="24" name="Google Shape;24;p2"/>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25" name="Google Shape;25;p2"/>
              <p:cNvGrpSpPr/>
              <p:nvPr/>
            </p:nvGrpSpPr>
            <p:grpSpPr>
              <a:xfrm>
                <a:off x="7955100" y="626350"/>
                <a:ext cx="183000" cy="183000"/>
                <a:chOff x="8225400" y="367488"/>
                <a:chExt cx="183000" cy="183000"/>
              </a:xfrm>
            </p:grpSpPr>
            <p:cxnSp>
              <p:nvCxnSpPr>
                <p:cNvPr id="26" name="Google Shape;26;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7" name="Google Shape;27;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 name="Google Shape;28;p2"/>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29" name="Google Shape;29;p2"/>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30" name="Google Shape;30;p2"/>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31" name="Google Shape;31;p2"/>
          <p:cNvSpPr txBox="1">
            <a:spLocks noGrp="1"/>
          </p:cNvSpPr>
          <p:nvPr>
            <p:ph type="ctrTitle"/>
          </p:nvPr>
        </p:nvSpPr>
        <p:spPr>
          <a:xfrm>
            <a:off x="1828800" y="1174903"/>
            <a:ext cx="5486400" cy="2469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32" name="Google Shape;32;p2"/>
          <p:cNvSpPr txBox="1">
            <a:spLocks noGrp="1"/>
          </p:cNvSpPr>
          <p:nvPr>
            <p:ph type="subTitle" idx="1"/>
          </p:nvPr>
        </p:nvSpPr>
        <p:spPr>
          <a:xfrm>
            <a:off x="1828800" y="3877100"/>
            <a:ext cx="5486400" cy="365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atin typeface="Abadi" panose="020B0604020104020204" pitchFamily="34" charset="0"/>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pic>
        <p:nvPicPr>
          <p:cNvPr id="34" name="Google Shape;34;p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5" name="Google Shape;35;p3"/>
          <p:cNvGrpSpPr/>
          <p:nvPr/>
        </p:nvGrpSpPr>
        <p:grpSpPr>
          <a:xfrm>
            <a:off x="1371300" y="742950"/>
            <a:ext cx="6492300" cy="3749100"/>
            <a:chOff x="1371300" y="742950"/>
            <a:chExt cx="6492300" cy="3749100"/>
          </a:xfrm>
        </p:grpSpPr>
        <p:sp>
          <p:nvSpPr>
            <p:cNvPr id="36" name="Google Shape;36;p3"/>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37" name="Google Shape;37;p3"/>
            <p:cNvGrpSpPr/>
            <p:nvPr/>
          </p:nvGrpSpPr>
          <p:grpSpPr>
            <a:xfrm>
              <a:off x="1371300" y="742950"/>
              <a:ext cx="6401400" cy="3657600"/>
              <a:chOff x="1371300" y="742950"/>
              <a:chExt cx="6401400" cy="3657600"/>
            </a:xfrm>
          </p:grpSpPr>
          <p:sp>
            <p:nvSpPr>
              <p:cNvPr id="38" name="Google Shape;38;p3"/>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39" name="Google Shape;39;p3"/>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40" name="Google Shape;40;p3"/>
              <p:cNvGrpSpPr/>
              <p:nvPr/>
            </p:nvGrpSpPr>
            <p:grpSpPr>
              <a:xfrm>
                <a:off x="7498200" y="834288"/>
                <a:ext cx="183000" cy="183000"/>
                <a:chOff x="8225400" y="367488"/>
                <a:chExt cx="183000" cy="183000"/>
              </a:xfrm>
            </p:grpSpPr>
            <p:cxnSp>
              <p:nvCxnSpPr>
                <p:cNvPr id="41" name="Google Shape;41;p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42" name="Google Shape;42;p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43" name="Google Shape;43;p3"/>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44" name="Google Shape;44;p3"/>
              <p:cNvCxnSpPr/>
              <p:nvPr/>
            </p:nvCxnSpPr>
            <p:spPr>
              <a:xfrm>
                <a:off x="6827699" y="1017288"/>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45" name="Google Shape;45;p3"/>
          <p:cNvSpPr txBox="1">
            <a:spLocks noGrp="1"/>
          </p:cNvSpPr>
          <p:nvPr>
            <p:ph type="title"/>
          </p:nvPr>
        </p:nvSpPr>
        <p:spPr>
          <a:xfrm>
            <a:off x="1828800" y="2114550"/>
            <a:ext cx="5486400" cy="9144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46" name="Google Shape;46;p3"/>
          <p:cNvSpPr txBox="1">
            <a:spLocks noGrp="1"/>
          </p:cNvSpPr>
          <p:nvPr>
            <p:ph type="title" idx="2" hasCustomPrompt="1"/>
          </p:nvPr>
        </p:nvSpPr>
        <p:spPr>
          <a:xfrm>
            <a:off x="947550" y="679350"/>
            <a:ext cx="1368300" cy="137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7" name="Google Shape;47;p3"/>
          <p:cNvSpPr txBox="1">
            <a:spLocks noGrp="1"/>
          </p:cNvSpPr>
          <p:nvPr>
            <p:ph type="subTitle" idx="1"/>
          </p:nvPr>
        </p:nvSpPr>
        <p:spPr>
          <a:xfrm>
            <a:off x="2286000" y="3952891"/>
            <a:ext cx="45720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Abadi" panose="020B0604020104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8"/>
        <p:cNvGrpSpPr/>
        <p:nvPr/>
      </p:nvGrpSpPr>
      <p:grpSpPr>
        <a:xfrm>
          <a:off x="0" y="0"/>
          <a:ext cx="0" cy="0"/>
          <a:chOff x="0" y="0"/>
          <a:chExt cx="0" cy="0"/>
        </a:xfrm>
      </p:grpSpPr>
      <p:pic>
        <p:nvPicPr>
          <p:cNvPr id="49" name="Google Shape;49;p4"/>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50" name="Google Shape;50;p4"/>
          <p:cNvGrpSpPr/>
          <p:nvPr/>
        </p:nvGrpSpPr>
        <p:grpSpPr>
          <a:xfrm>
            <a:off x="274200" y="274200"/>
            <a:ext cx="8687100" cy="4686600"/>
            <a:chOff x="274200" y="274200"/>
            <a:chExt cx="8687100" cy="4686600"/>
          </a:xfrm>
        </p:grpSpPr>
        <p:sp>
          <p:nvSpPr>
            <p:cNvPr id="51" name="Google Shape;51;p4"/>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52" name="Google Shape;52;p4"/>
            <p:cNvGrpSpPr/>
            <p:nvPr/>
          </p:nvGrpSpPr>
          <p:grpSpPr>
            <a:xfrm>
              <a:off x="274200" y="274200"/>
              <a:ext cx="8595900" cy="4595100"/>
              <a:chOff x="274200" y="274200"/>
              <a:chExt cx="8595900" cy="4595100"/>
            </a:xfrm>
          </p:grpSpPr>
          <p:grpSp>
            <p:nvGrpSpPr>
              <p:cNvPr id="53" name="Google Shape;53;p4"/>
              <p:cNvGrpSpPr/>
              <p:nvPr/>
            </p:nvGrpSpPr>
            <p:grpSpPr>
              <a:xfrm>
                <a:off x="274200" y="274200"/>
                <a:ext cx="8595900" cy="4595100"/>
                <a:chOff x="274200" y="274200"/>
                <a:chExt cx="8595900" cy="4595100"/>
              </a:xfrm>
            </p:grpSpPr>
            <p:sp>
              <p:nvSpPr>
                <p:cNvPr id="54" name="Google Shape;54;p4"/>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55" name="Google Shape;55;p4"/>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56" name="Google Shape;56;p4"/>
              <p:cNvGrpSpPr/>
              <p:nvPr/>
            </p:nvGrpSpPr>
            <p:grpSpPr>
              <a:xfrm>
                <a:off x="8595300" y="365550"/>
                <a:ext cx="183000" cy="183000"/>
                <a:chOff x="8225400" y="367488"/>
                <a:chExt cx="183000" cy="183000"/>
              </a:xfrm>
            </p:grpSpPr>
            <p:cxnSp>
              <p:nvCxnSpPr>
                <p:cNvPr id="57" name="Google Shape;57;p4"/>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4"/>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9" name="Google Shape;59;p4"/>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60" name="Google Shape;60;p4"/>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61" name="Google Shape;61;p4"/>
          <p:cNvSpPr txBox="1">
            <a:spLocks noGrp="1"/>
          </p:cNvSpPr>
          <p:nvPr>
            <p:ph type="title"/>
          </p:nvPr>
        </p:nvSpPr>
        <p:spPr>
          <a:xfrm>
            <a:off x="715100" y="731400"/>
            <a:ext cx="7713900" cy="68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a:endParaRPr/>
          </a:p>
        </p:txBody>
      </p:sp>
      <p:sp>
        <p:nvSpPr>
          <p:cNvPr id="62" name="Google Shape;62;p4"/>
          <p:cNvSpPr txBox="1">
            <a:spLocks noGrp="1"/>
          </p:cNvSpPr>
          <p:nvPr>
            <p:ph type="body" idx="1"/>
          </p:nvPr>
        </p:nvSpPr>
        <p:spPr>
          <a:xfrm>
            <a:off x="715100" y="1417200"/>
            <a:ext cx="7713900" cy="3657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100">
                <a:latin typeface="Abadi" panose="020B0604020104020204" pitchFamily="34" charset="0"/>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9"/>
        <p:cNvGrpSpPr/>
        <p:nvPr/>
      </p:nvGrpSpPr>
      <p:grpSpPr>
        <a:xfrm>
          <a:off x="0" y="0"/>
          <a:ext cx="0" cy="0"/>
          <a:chOff x="0" y="0"/>
          <a:chExt cx="0" cy="0"/>
        </a:xfrm>
      </p:grpSpPr>
      <p:pic>
        <p:nvPicPr>
          <p:cNvPr id="120" name="Google Shape;120;p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21" name="Google Shape;121;p8"/>
          <p:cNvGrpSpPr/>
          <p:nvPr/>
        </p:nvGrpSpPr>
        <p:grpSpPr>
          <a:xfrm>
            <a:off x="2028115" y="535000"/>
            <a:ext cx="6492300" cy="3749100"/>
            <a:chOff x="1371300" y="742950"/>
            <a:chExt cx="6492300" cy="3749100"/>
          </a:xfrm>
        </p:grpSpPr>
        <p:sp>
          <p:nvSpPr>
            <p:cNvPr id="122" name="Google Shape;122;p8"/>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23" name="Google Shape;123;p8"/>
            <p:cNvGrpSpPr/>
            <p:nvPr/>
          </p:nvGrpSpPr>
          <p:grpSpPr>
            <a:xfrm>
              <a:off x="1371300" y="742950"/>
              <a:ext cx="6401400" cy="3657600"/>
              <a:chOff x="1371300" y="742950"/>
              <a:chExt cx="6401400" cy="3657600"/>
            </a:xfrm>
          </p:grpSpPr>
          <p:sp>
            <p:nvSpPr>
              <p:cNvPr id="124" name="Google Shape;124;p8"/>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25" name="Google Shape;125;p8"/>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26" name="Google Shape;126;p8"/>
              <p:cNvGrpSpPr/>
              <p:nvPr/>
            </p:nvGrpSpPr>
            <p:grpSpPr>
              <a:xfrm>
                <a:off x="7498200" y="834288"/>
                <a:ext cx="183000" cy="183000"/>
                <a:chOff x="8225400" y="367488"/>
                <a:chExt cx="183000" cy="183000"/>
              </a:xfrm>
            </p:grpSpPr>
            <p:cxnSp>
              <p:nvCxnSpPr>
                <p:cNvPr id="127" name="Google Shape;127;p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28" name="Google Shape;128;p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29" name="Google Shape;129;p8"/>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30" name="Google Shape;130;p8"/>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31" name="Google Shape;131;p8"/>
          <p:cNvGrpSpPr/>
          <p:nvPr/>
        </p:nvGrpSpPr>
        <p:grpSpPr>
          <a:xfrm>
            <a:off x="1371300" y="742950"/>
            <a:ext cx="6492300" cy="3749100"/>
            <a:chOff x="1371300" y="742950"/>
            <a:chExt cx="6492300" cy="3749100"/>
          </a:xfrm>
        </p:grpSpPr>
        <p:sp>
          <p:nvSpPr>
            <p:cNvPr id="132" name="Google Shape;132;p8"/>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33" name="Google Shape;133;p8"/>
            <p:cNvGrpSpPr/>
            <p:nvPr/>
          </p:nvGrpSpPr>
          <p:grpSpPr>
            <a:xfrm>
              <a:off x="1371300" y="742950"/>
              <a:ext cx="6401400" cy="3657600"/>
              <a:chOff x="1371300" y="742950"/>
              <a:chExt cx="6401400" cy="3657600"/>
            </a:xfrm>
          </p:grpSpPr>
          <p:sp>
            <p:nvSpPr>
              <p:cNvPr id="134" name="Google Shape;134;p8"/>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35" name="Google Shape;135;p8"/>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36" name="Google Shape;136;p8"/>
              <p:cNvGrpSpPr/>
              <p:nvPr/>
            </p:nvGrpSpPr>
            <p:grpSpPr>
              <a:xfrm>
                <a:off x="7498200" y="834288"/>
                <a:ext cx="183000" cy="183000"/>
                <a:chOff x="8225400" y="367488"/>
                <a:chExt cx="183000" cy="183000"/>
              </a:xfrm>
            </p:grpSpPr>
            <p:cxnSp>
              <p:nvCxnSpPr>
                <p:cNvPr id="137" name="Google Shape;137;p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38" name="Google Shape;138;p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39" name="Google Shape;139;p8"/>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40" name="Google Shape;140;p8"/>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41" name="Google Shape;141;p8"/>
          <p:cNvSpPr txBox="1">
            <a:spLocks noGrp="1"/>
          </p:cNvSpPr>
          <p:nvPr>
            <p:ph type="title"/>
          </p:nvPr>
        </p:nvSpPr>
        <p:spPr>
          <a:xfrm>
            <a:off x="1828800" y="1307100"/>
            <a:ext cx="5486400" cy="27432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2"/>
        <p:cNvGrpSpPr/>
        <p:nvPr/>
      </p:nvGrpSpPr>
      <p:grpSpPr>
        <a:xfrm>
          <a:off x="0" y="0"/>
          <a:ext cx="0" cy="0"/>
          <a:chOff x="0" y="0"/>
          <a:chExt cx="0" cy="0"/>
        </a:xfrm>
      </p:grpSpPr>
      <p:pic>
        <p:nvPicPr>
          <p:cNvPr id="143" name="Google Shape;143;p9"/>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44" name="Google Shape;144;p9"/>
          <p:cNvGrpSpPr/>
          <p:nvPr/>
        </p:nvGrpSpPr>
        <p:grpSpPr>
          <a:xfrm>
            <a:off x="2025281" y="535000"/>
            <a:ext cx="6492300" cy="3749100"/>
            <a:chOff x="1371300" y="742950"/>
            <a:chExt cx="6492300" cy="3749100"/>
          </a:xfrm>
        </p:grpSpPr>
        <p:sp>
          <p:nvSpPr>
            <p:cNvPr id="145" name="Google Shape;145;p9"/>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46" name="Google Shape;146;p9"/>
            <p:cNvGrpSpPr/>
            <p:nvPr/>
          </p:nvGrpSpPr>
          <p:grpSpPr>
            <a:xfrm>
              <a:off x="1371300" y="742950"/>
              <a:ext cx="6401400" cy="3657600"/>
              <a:chOff x="1371300" y="742950"/>
              <a:chExt cx="6401400" cy="3657600"/>
            </a:xfrm>
          </p:grpSpPr>
          <p:sp>
            <p:nvSpPr>
              <p:cNvPr id="147" name="Google Shape;147;p9"/>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48" name="Google Shape;148;p9"/>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49" name="Google Shape;149;p9"/>
              <p:cNvGrpSpPr/>
              <p:nvPr/>
            </p:nvGrpSpPr>
            <p:grpSpPr>
              <a:xfrm>
                <a:off x="7498200" y="834288"/>
                <a:ext cx="183000" cy="183000"/>
                <a:chOff x="8225400" y="367488"/>
                <a:chExt cx="183000" cy="183000"/>
              </a:xfrm>
            </p:grpSpPr>
            <p:cxnSp>
              <p:nvCxnSpPr>
                <p:cNvPr id="150" name="Google Shape;150;p9"/>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51" name="Google Shape;151;p9"/>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52" name="Google Shape;152;p9"/>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53" name="Google Shape;153;p9"/>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54" name="Google Shape;154;p9"/>
          <p:cNvGrpSpPr/>
          <p:nvPr/>
        </p:nvGrpSpPr>
        <p:grpSpPr>
          <a:xfrm>
            <a:off x="1371300" y="742950"/>
            <a:ext cx="6492300" cy="3749100"/>
            <a:chOff x="1371300" y="742950"/>
            <a:chExt cx="6492300" cy="3749100"/>
          </a:xfrm>
        </p:grpSpPr>
        <p:sp>
          <p:nvSpPr>
            <p:cNvPr id="155" name="Google Shape;155;p9"/>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56" name="Google Shape;156;p9"/>
            <p:cNvGrpSpPr/>
            <p:nvPr/>
          </p:nvGrpSpPr>
          <p:grpSpPr>
            <a:xfrm>
              <a:off x="1371300" y="742950"/>
              <a:ext cx="6401400" cy="3657600"/>
              <a:chOff x="1371300" y="742950"/>
              <a:chExt cx="6401400" cy="3657600"/>
            </a:xfrm>
          </p:grpSpPr>
          <p:sp>
            <p:nvSpPr>
              <p:cNvPr id="157" name="Google Shape;157;p9"/>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58" name="Google Shape;158;p9"/>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59" name="Google Shape;159;p9"/>
              <p:cNvGrpSpPr/>
              <p:nvPr/>
            </p:nvGrpSpPr>
            <p:grpSpPr>
              <a:xfrm>
                <a:off x="7498200" y="834288"/>
                <a:ext cx="183000" cy="183000"/>
                <a:chOff x="8225400" y="367488"/>
                <a:chExt cx="183000" cy="183000"/>
              </a:xfrm>
            </p:grpSpPr>
            <p:cxnSp>
              <p:nvCxnSpPr>
                <p:cNvPr id="160" name="Google Shape;160;p9"/>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61" name="Google Shape;161;p9"/>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62" name="Google Shape;162;p9"/>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63" name="Google Shape;163;p9"/>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64" name="Google Shape;164;p9"/>
          <p:cNvSpPr txBox="1">
            <a:spLocks noGrp="1"/>
          </p:cNvSpPr>
          <p:nvPr>
            <p:ph type="title"/>
          </p:nvPr>
        </p:nvSpPr>
        <p:spPr>
          <a:xfrm>
            <a:off x="2057400" y="1680088"/>
            <a:ext cx="50292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5" name="Google Shape;165;p9"/>
          <p:cNvSpPr txBox="1">
            <a:spLocks noGrp="1"/>
          </p:cNvSpPr>
          <p:nvPr>
            <p:ph type="subTitle" idx="1"/>
          </p:nvPr>
        </p:nvSpPr>
        <p:spPr>
          <a:xfrm>
            <a:off x="2057400" y="2549013"/>
            <a:ext cx="50292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Abadi" panose="020B0604020104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8"/>
        <p:cNvGrpSpPr/>
        <p:nvPr/>
      </p:nvGrpSpPr>
      <p:grpSpPr>
        <a:xfrm>
          <a:off x="0" y="0"/>
          <a:ext cx="0" cy="0"/>
          <a:chOff x="0" y="0"/>
          <a:chExt cx="0" cy="0"/>
        </a:xfrm>
      </p:grpSpPr>
      <p:pic>
        <p:nvPicPr>
          <p:cNvPr id="169" name="Google Shape;169;p11"/>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70" name="Google Shape;170;p11"/>
          <p:cNvGrpSpPr/>
          <p:nvPr/>
        </p:nvGrpSpPr>
        <p:grpSpPr>
          <a:xfrm>
            <a:off x="914400" y="535100"/>
            <a:ext cx="7406700" cy="4164575"/>
            <a:chOff x="914400" y="535100"/>
            <a:chExt cx="7406700" cy="4164575"/>
          </a:xfrm>
        </p:grpSpPr>
        <p:sp>
          <p:nvSpPr>
            <p:cNvPr id="171" name="Google Shape;171;p11"/>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72" name="Google Shape;172;p11"/>
            <p:cNvGrpSpPr/>
            <p:nvPr/>
          </p:nvGrpSpPr>
          <p:grpSpPr>
            <a:xfrm>
              <a:off x="914400" y="535100"/>
              <a:ext cx="7315200" cy="4073400"/>
              <a:chOff x="914400" y="535100"/>
              <a:chExt cx="7315200" cy="4073400"/>
            </a:xfrm>
          </p:grpSpPr>
          <p:sp>
            <p:nvSpPr>
              <p:cNvPr id="173" name="Google Shape;173;p11"/>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74" name="Google Shape;174;p11"/>
              <p:cNvGrpSpPr/>
              <p:nvPr/>
            </p:nvGrpSpPr>
            <p:grpSpPr>
              <a:xfrm>
                <a:off x="7955100" y="626350"/>
                <a:ext cx="183000" cy="183000"/>
                <a:chOff x="8225400" y="367488"/>
                <a:chExt cx="183000" cy="183000"/>
              </a:xfrm>
            </p:grpSpPr>
            <p:cxnSp>
              <p:nvCxnSpPr>
                <p:cNvPr id="175" name="Google Shape;175;p11"/>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76" name="Google Shape;176;p11"/>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77" name="Google Shape;177;p11"/>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78" name="Google Shape;178;p11"/>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179" name="Google Shape;179;p11"/>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180" name="Google Shape;180;p11"/>
          <p:cNvSpPr txBox="1">
            <a:spLocks noGrp="1"/>
          </p:cNvSpPr>
          <p:nvPr>
            <p:ph type="title" hasCustomPrompt="1"/>
          </p:nvPr>
        </p:nvSpPr>
        <p:spPr>
          <a:xfrm>
            <a:off x="1371600" y="1657350"/>
            <a:ext cx="6400800" cy="18288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10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1" name="Google Shape;181;p11"/>
          <p:cNvSpPr txBox="1">
            <a:spLocks noGrp="1"/>
          </p:cNvSpPr>
          <p:nvPr>
            <p:ph type="subTitle" idx="1"/>
          </p:nvPr>
        </p:nvSpPr>
        <p:spPr>
          <a:xfrm>
            <a:off x="1828850" y="3877100"/>
            <a:ext cx="5486400" cy="365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atin typeface="Abadi" panose="020B0604020104020204" pitchFamily="34" charset="0"/>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18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83"/>
        <p:cNvGrpSpPr/>
        <p:nvPr/>
      </p:nvGrpSpPr>
      <p:grpSpPr>
        <a:xfrm>
          <a:off x="0" y="0"/>
          <a:ext cx="0" cy="0"/>
          <a:chOff x="0" y="0"/>
          <a:chExt cx="0" cy="0"/>
        </a:xfrm>
      </p:grpSpPr>
      <p:pic>
        <p:nvPicPr>
          <p:cNvPr id="184" name="Google Shape;184;p1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85" name="Google Shape;185;p13"/>
          <p:cNvGrpSpPr/>
          <p:nvPr/>
        </p:nvGrpSpPr>
        <p:grpSpPr>
          <a:xfrm>
            <a:off x="274200" y="274200"/>
            <a:ext cx="8687100" cy="4686600"/>
            <a:chOff x="274200" y="274200"/>
            <a:chExt cx="8687100" cy="4686600"/>
          </a:xfrm>
        </p:grpSpPr>
        <p:sp>
          <p:nvSpPr>
            <p:cNvPr id="186" name="Google Shape;186;p13"/>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87" name="Google Shape;187;p13"/>
            <p:cNvGrpSpPr/>
            <p:nvPr/>
          </p:nvGrpSpPr>
          <p:grpSpPr>
            <a:xfrm>
              <a:off x="274200" y="274200"/>
              <a:ext cx="8595900" cy="4595100"/>
              <a:chOff x="274200" y="274200"/>
              <a:chExt cx="8595900" cy="4595100"/>
            </a:xfrm>
          </p:grpSpPr>
          <p:grpSp>
            <p:nvGrpSpPr>
              <p:cNvPr id="188" name="Google Shape;188;p13"/>
              <p:cNvGrpSpPr/>
              <p:nvPr/>
            </p:nvGrpSpPr>
            <p:grpSpPr>
              <a:xfrm>
                <a:off x="274200" y="274200"/>
                <a:ext cx="8595900" cy="4595100"/>
                <a:chOff x="274200" y="274200"/>
                <a:chExt cx="8595900" cy="4595100"/>
              </a:xfrm>
            </p:grpSpPr>
            <p:sp>
              <p:nvSpPr>
                <p:cNvPr id="189" name="Google Shape;189;p13"/>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90" name="Google Shape;190;p13"/>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91" name="Google Shape;191;p13"/>
              <p:cNvGrpSpPr/>
              <p:nvPr/>
            </p:nvGrpSpPr>
            <p:grpSpPr>
              <a:xfrm>
                <a:off x="8595300" y="365550"/>
                <a:ext cx="183000" cy="183000"/>
                <a:chOff x="8225400" y="367488"/>
                <a:chExt cx="183000" cy="183000"/>
              </a:xfrm>
            </p:grpSpPr>
            <p:cxnSp>
              <p:nvCxnSpPr>
                <p:cNvPr id="192" name="Google Shape;192;p1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93" name="Google Shape;193;p1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4" name="Google Shape;194;p13"/>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95" name="Google Shape;195;p13"/>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96" name="Google Shape;196;p13"/>
          <p:cNvSpPr txBox="1">
            <a:spLocks noGrp="1"/>
          </p:cNvSpPr>
          <p:nvPr>
            <p:ph type="subTitle" idx="1"/>
          </p:nvPr>
        </p:nvSpPr>
        <p:spPr>
          <a:xfrm>
            <a:off x="1957976" y="180287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panose="02000604000000020004"/>
                <a:ea typeface="Rubik Black" panose="02000604000000020004"/>
                <a:cs typeface="Rubik Black" panose="02000604000000020004"/>
                <a:sym typeface="Rubik Black" panose="02000604000000020004"/>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7" name="Google Shape;197;p13"/>
          <p:cNvSpPr txBox="1">
            <a:spLocks noGrp="1"/>
          </p:cNvSpPr>
          <p:nvPr>
            <p:ph type="subTitle" idx="2"/>
          </p:nvPr>
        </p:nvSpPr>
        <p:spPr>
          <a:xfrm>
            <a:off x="1957956" y="3399150"/>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panose="02000604000000020004"/>
                <a:ea typeface="Rubik Black" panose="02000604000000020004"/>
                <a:cs typeface="Rubik Black" panose="02000604000000020004"/>
                <a:sym typeface="Rubik Black" panose="02000604000000020004"/>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8" name="Google Shape;198;p13"/>
          <p:cNvSpPr txBox="1">
            <a:spLocks noGrp="1"/>
          </p:cNvSpPr>
          <p:nvPr>
            <p:ph type="subTitle" idx="3"/>
          </p:nvPr>
        </p:nvSpPr>
        <p:spPr>
          <a:xfrm>
            <a:off x="5997466" y="1803588"/>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panose="02000604000000020004"/>
                <a:ea typeface="Rubik Black" panose="02000604000000020004"/>
                <a:cs typeface="Rubik Black" panose="02000604000000020004"/>
                <a:sym typeface="Rubik Black" panose="02000604000000020004"/>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9" name="Google Shape;199;p13"/>
          <p:cNvSpPr txBox="1">
            <a:spLocks noGrp="1"/>
          </p:cNvSpPr>
          <p:nvPr>
            <p:ph type="subTitle" idx="4"/>
          </p:nvPr>
        </p:nvSpPr>
        <p:spPr>
          <a:xfrm>
            <a:off x="6043506" y="3399143"/>
            <a:ext cx="22860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panose="02000604000000020004"/>
                <a:ea typeface="Rubik Black" panose="02000604000000020004"/>
                <a:cs typeface="Rubik Black" panose="02000604000000020004"/>
                <a:sym typeface="Rubik Black" panose="02000604000000020004"/>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0" name="Google Shape;200;p13"/>
          <p:cNvSpPr txBox="1">
            <a:spLocks noGrp="1"/>
          </p:cNvSpPr>
          <p:nvPr>
            <p:ph type="title" hasCustomPrompt="1"/>
          </p:nvPr>
        </p:nvSpPr>
        <p:spPr>
          <a:xfrm>
            <a:off x="769317" y="1802875"/>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a:spLocks noGrp="1"/>
          </p:cNvSpPr>
          <p:nvPr>
            <p:ph type="subTitle" idx="5"/>
          </p:nvPr>
        </p:nvSpPr>
        <p:spPr>
          <a:xfrm>
            <a:off x="1957976" y="2261521"/>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Abadi" panose="020B0604020104020204" pitchFamily="34" charset="0"/>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dirty="0"/>
          </a:p>
        </p:txBody>
      </p:sp>
      <p:sp>
        <p:nvSpPr>
          <p:cNvPr id="202" name="Google Shape;202;p13"/>
          <p:cNvSpPr txBox="1">
            <a:spLocks noGrp="1"/>
          </p:cNvSpPr>
          <p:nvPr>
            <p:ph type="title" idx="6" hasCustomPrompt="1"/>
          </p:nvPr>
        </p:nvSpPr>
        <p:spPr>
          <a:xfrm>
            <a:off x="4808859" y="180360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a:spLocks noGrp="1"/>
          </p:cNvSpPr>
          <p:nvPr>
            <p:ph type="subTitle" idx="7"/>
          </p:nvPr>
        </p:nvSpPr>
        <p:spPr>
          <a:xfrm>
            <a:off x="5997466" y="2260800"/>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Abadi" panose="020B0604020104020204" pitchFamily="34" charset="0"/>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dirty="0"/>
          </a:p>
        </p:txBody>
      </p:sp>
      <p:sp>
        <p:nvSpPr>
          <p:cNvPr id="204" name="Google Shape;204;p13"/>
          <p:cNvSpPr txBox="1">
            <a:spLocks noGrp="1"/>
          </p:cNvSpPr>
          <p:nvPr>
            <p:ph type="title" idx="8" hasCustomPrompt="1"/>
          </p:nvPr>
        </p:nvSpPr>
        <p:spPr>
          <a:xfrm>
            <a:off x="769347" y="339915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5" name="Google Shape;205;p13"/>
          <p:cNvSpPr txBox="1">
            <a:spLocks noGrp="1"/>
          </p:cNvSpPr>
          <p:nvPr>
            <p:ph type="subTitle" idx="9"/>
          </p:nvPr>
        </p:nvSpPr>
        <p:spPr>
          <a:xfrm>
            <a:off x="1957956" y="3856343"/>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Abadi" panose="020B0604020104020204" pitchFamily="34" charset="0"/>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dirty="0"/>
          </a:p>
        </p:txBody>
      </p:sp>
      <p:sp>
        <p:nvSpPr>
          <p:cNvPr id="206" name="Google Shape;206;p13"/>
          <p:cNvSpPr txBox="1">
            <a:spLocks noGrp="1"/>
          </p:cNvSpPr>
          <p:nvPr>
            <p:ph type="title" idx="13" hasCustomPrompt="1"/>
          </p:nvPr>
        </p:nvSpPr>
        <p:spPr>
          <a:xfrm>
            <a:off x="4854897" y="3399143"/>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7" name="Google Shape;207;p13"/>
          <p:cNvSpPr txBox="1">
            <a:spLocks noGrp="1"/>
          </p:cNvSpPr>
          <p:nvPr>
            <p:ph type="subTitle" idx="14"/>
          </p:nvPr>
        </p:nvSpPr>
        <p:spPr>
          <a:xfrm>
            <a:off x="6043506" y="3856343"/>
            <a:ext cx="22860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Abadi" panose="020B0604020104020204" pitchFamily="34" charset="0"/>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dirty="0"/>
          </a:p>
        </p:txBody>
      </p:sp>
      <p:sp>
        <p:nvSpPr>
          <p:cNvPr id="208" name="Google Shape;208;p13"/>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09"/>
        <p:cNvGrpSpPr/>
        <p:nvPr/>
      </p:nvGrpSpPr>
      <p:grpSpPr>
        <a:xfrm>
          <a:off x="0" y="0"/>
          <a:ext cx="0" cy="0"/>
          <a:chOff x="0" y="0"/>
          <a:chExt cx="0" cy="0"/>
        </a:xfrm>
      </p:grpSpPr>
      <p:pic>
        <p:nvPicPr>
          <p:cNvPr id="210" name="Google Shape;210;p14"/>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11" name="Google Shape;211;p14"/>
          <p:cNvGrpSpPr/>
          <p:nvPr/>
        </p:nvGrpSpPr>
        <p:grpSpPr>
          <a:xfrm>
            <a:off x="2025281" y="535000"/>
            <a:ext cx="6492300" cy="3749100"/>
            <a:chOff x="1371300" y="742950"/>
            <a:chExt cx="6492300" cy="3749100"/>
          </a:xfrm>
        </p:grpSpPr>
        <p:sp>
          <p:nvSpPr>
            <p:cNvPr id="212" name="Google Shape;212;p14"/>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213" name="Google Shape;213;p14"/>
            <p:cNvGrpSpPr/>
            <p:nvPr/>
          </p:nvGrpSpPr>
          <p:grpSpPr>
            <a:xfrm>
              <a:off x="1371300" y="742950"/>
              <a:ext cx="6401400" cy="3657600"/>
              <a:chOff x="1371300" y="742950"/>
              <a:chExt cx="6401400" cy="3657600"/>
            </a:xfrm>
          </p:grpSpPr>
          <p:sp>
            <p:nvSpPr>
              <p:cNvPr id="214" name="Google Shape;214;p14"/>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215" name="Google Shape;215;p14"/>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216" name="Google Shape;216;p14"/>
              <p:cNvGrpSpPr/>
              <p:nvPr/>
            </p:nvGrpSpPr>
            <p:grpSpPr>
              <a:xfrm>
                <a:off x="7498200" y="834288"/>
                <a:ext cx="183000" cy="183000"/>
                <a:chOff x="8225400" y="367488"/>
                <a:chExt cx="183000" cy="183000"/>
              </a:xfrm>
            </p:grpSpPr>
            <p:cxnSp>
              <p:nvCxnSpPr>
                <p:cNvPr id="217" name="Google Shape;217;p14"/>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18" name="Google Shape;218;p14"/>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19" name="Google Shape;219;p14"/>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220" name="Google Shape;220;p14"/>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21" name="Google Shape;221;p14"/>
          <p:cNvGrpSpPr/>
          <p:nvPr/>
        </p:nvGrpSpPr>
        <p:grpSpPr>
          <a:xfrm>
            <a:off x="1371300" y="742950"/>
            <a:ext cx="6492300" cy="3749100"/>
            <a:chOff x="1371300" y="742950"/>
            <a:chExt cx="6492300" cy="3749100"/>
          </a:xfrm>
        </p:grpSpPr>
        <p:sp>
          <p:nvSpPr>
            <p:cNvPr id="222" name="Google Shape;222;p14"/>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223" name="Google Shape;223;p14"/>
            <p:cNvGrpSpPr/>
            <p:nvPr/>
          </p:nvGrpSpPr>
          <p:grpSpPr>
            <a:xfrm>
              <a:off x="1371300" y="742950"/>
              <a:ext cx="6401400" cy="3657600"/>
              <a:chOff x="1371300" y="742950"/>
              <a:chExt cx="6401400" cy="3657600"/>
            </a:xfrm>
          </p:grpSpPr>
          <p:sp>
            <p:nvSpPr>
              <p:cNvPr id="224" name="Google Shape;224;p14"/>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225" name="Google Shape;225;p14"/>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226" name="Google Shape;226;p14"/>
              <p:cNvGrpSpPr/>
              <p:nvPr/>
            </p:nvGrpSpPr>
            <p:grpSpPr>
              <a:xfrm>
                <a:off x="7498200" y="834288"/>
                <a:ext cx="183000" cy="183000"/>
                <a:chOff x="8225400" y="367488"/>
                <a:chExt cx="183000" cy="183000"/>
              </a:xfrm>
            </p:grpSpPr>
            <p:cxnSp>
              <p:nvCxnSpPr>
                <p:cNvPr id="227" name="Google Shape;227;p14"/>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28" name="Google Shape;228;p14"/>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29" name="Google Shape;229;p14"/>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230" name="Google Shape;230;p14"/>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231" name="Google Shape;231;p14"/>
          <p:cNvSpPr txBox="1">
            <a:spLocks noGrp="1"/>
          </p:cNvSpPr>
          <p:nvPr>
            <p:ph type="title"/>
          </p:nvPr>
        </p:nvSpPr>
        <p:spPr>
          <a:xfrm>
            <a:off x="2286000" y="3293217"/>
            <a:ext cx="4572000" cy="5028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32" name="Google Shape;232;p14"/>
          <p:cNvSpPr txBox="1">
            <a:spLocks noGrp="1"/>
          </p:cNvSpPr>
          <p:nvPr>
            <p:ph type="subTitle" idx="1"/>
          </p:nvPr>
        </p:nvSpPr>
        <p:spPr>
          <a:xfrm>
            <a:off x="1828800" y="1600317"/>
            <a:ext cx="5486400" cy="137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500"/>
              <a:buNone/>
              <a:defRPr sz="2400">
                <a:latin typeface="Abadi" panose="020B0604020104020204" pitchFamily="34" charset="0"/>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84"/>
        <p:cNvGrpSpPr/>
        <p:nvPr/>
      </p:nvGrpSpPr>
      <p:grpSpPr>
        <a:xfrm>
          <a:off x="0" y="0"/>
          <a:ext cx="0" cy="0"/>
          <a:chOff x="0" y="0"/>
          <a:chExt cx="0" cy="0"/>
        </a:xfrm>
      </p:grpSpPr>
      <p:pic>
        <p:nvPicPr>
          <p:cNvPr id="385" name="Google Shape;385;p2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86" name="Google Shape;386;p23"/>
          <p:cNvGrpSpPr/>
          <p:nvPr/>
        </p:nvGrpSpPr>
        <p:grpSpPr>
          <a:xfrm>
            <a:off x="914400" y="535100"/>
            <a:ext cx="7406700" cy="4164575"/>
            <a:chOff x="914400" y="535100"/>
            <a:chExt cx="7406700" cy="4164575"/>
          </a:xfrm>
        </p:grpSpPr>
        <p:sp>
          <p:nvSpPr>
            <p:cNvPr id="387" name="Google Shape;387;p23"/>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388" name="Google Shape;388;p23"/>
            <p:cNvGrpSpPr/>
            <p:nvPr/>
          </p:nvGrpSpPr>
          <p:grpSpPr>
            <a:xfrm>
              <a:off x="914400" y="535100"/>
              <a:ext cx="7315200" cy="4073400"/>
              <a:chOff x="914400" y="535100"/>
              <a:chExt cx="7315200" cy="4073400"/>
            </a:xfrm>
          </p:grpSpPr>
          <p:sp>
            <p:nvSpPr>
              <p:cNvPr id="389" name="Google Shape;389;p23"/>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390" name="Google Shape;390;p23"/>
              <p:cNvGrpSpPr/>
              <p:nvPr/>
            </p:nvGrpSpPr>
            <p:grpSpPr>
              <a:xfrm>
                <a:off x="7955100" y="626350"/>
                <a:ext cx="183000" cy="183000"/>
                <a:chOff x="8225400" y="367488"/>
                <a:chExt cx="183000" cy="183000"/>
              </a:xfrm>
            </p:grpSpPr>
            <p:cxnSp>
              <p:nvCxnSpPr>
                <p:cNvPr id="391" name="Google Shape;391;p2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92" name="Google Shape;392;p2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93" name="Google Shape;393;p23"/>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394" name="Google Shape;394;p23"/>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395" name="Google Shape;395;p23"/>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396" name="Google Shape;396;p23"/>
          <p:cNvSpPr txBox="1">
            <a:spLocks noGrp="1"/>
          </p:cNvSpPr>
          <p:nvPr>
            <p:ph type="ctrTitle"/>
          </p:nvPr>
        </p:nvSpPr>
        <p:spPr>
          <a:xfrm>
            <a:off x="2285980" y="984428"/>
            <a:ext cx="45720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97" name="Google Shape;397;p23"/>
          <p:cNvSpPr txBox="1">
            <a:spLocks noGrp="1"/>
          </p:cNvSpPr>
          <p:nvPr>
            <p:ph type="subTitle" idx="1"/>
          </p:nvPr>
        </p:nvSpPr>
        <p:spPr>
          <a:xfrm>
            <a:off x="2285980" y="1898836"/>
            <a:ext cx="45720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atin typeface="Abadi" panose="020B0604020104020204" pitchFamily="34" charset="0"/>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398" name="Google Shape;398;p23"/>
          <p:cNvSpPr txBox="1"/>
          <p:nvPr/>
        </p:nvSpPr>
        <p:spPr>
          <a:xfrm>
            <a:off x="2286020" y="3535412"/>
            <a:ext cx="4572000" cy="548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GB" sz="1000" b="1" dirty="0">
                <a:solidFill>
                  <a:schemeClr val="dk1"/>
                </a:solidFill>
                <a:latin typeface="Abadi" panose="020B0604020104020204" pitchFamily="34" charset="0"/>
                <a:ea typeface="Karla"/>
                <a:cs typeface="Karla"/>
                <a:sym typeface="Karla"/>
              </a:rPr>
              <a:t>CREDITS</a:t>
            </a:r>
            <a:r>
              <a:rPr lang="en-GB" sz="1000" dirty="0">
                <a:solidFill>
                  <a:schemeClr val="dk1"/>
                </a:solidFill>
                <a:latin typeface="Abadi" panose="020B0604020104020204" pitchFamily="34" charset="0"/>
                <a:ea typeface="Karla"/>
                <a:cs typeface="Karla"/>
                <a:sym typeface="Karla"/>
              </a:rPr>
              <a:t>: This presentation template was created by </a:t>
            </a:r>
            <a:r>
              <a:rPr lang="en-GB" sz="1000" b="1" dirty="0" err="1">
                <a:solidFill>
                  <a:schemeClr val="dk1"/>
                </a:solidFill>
                <a:uFill>
                  <a:noFill/>
                </a:uFill>
                <a:latin typeface="Abadi" panose="020B0604020104020204" pitchFamily="34" charset="0"/>
                <a:ea typeface="Karla"/>
                <a:cs typeface="Karla"/>
                <a:sym typeface="Karla"/>
                <a:hlinkClick r:id="rId3"/>
              </a:rPr>
              <a:t>Slidesgo</a:t>
            </a:r>
            <a:r>
              <a:rPr lang="en-GB" sz="1000" dirty="0">
                <a:solidFill>
                  <a:schemeClr val="dk1"/>
                </a:solidFill>
                <a:latin typeface="Abadi" panose="020B0604020104020204" pitchFamily="34" charset="0"/>
                <a:ea typeface="Karla"/>
                <a:cs typeface="Karla"/>
                <a:sym typeface="Karla"/>
              </a:rPr>
              <a:t>, including icons by </a:t>
            </a:r>
            <a:r>
              <a:rPr lang="en-GB" sz="1000" b="1" dirty="0" err="1">
                <a:solidFill>
                  <a:schemeClr val="dk1"/>
                </a:solidFill>
                <a:uFill>
                  <a:noFill/>
                </a:uFill>
                <a:latin typeface="Abadi" panose="020B0604020104020204" pitchFamily="34" charset="0"/>
                <a:ea typeface="Karla"/>
                <a:cs typeface="Karla"/>
                <a:sym typeface="Karla"/>
                <a:hlinkClick r:id="rId4"/>
              </a:rPr>
              <a:t>Flaticon</a:t>
            </a:r>
            <a:r>
              <a:rPr lang="en-GB" sz="1000" dirty="0">
                <a:solidFill>
                  <a:schemeClr val="dk1"/>
                </a:solidFill>
                <a:latin typeface="Abadi" panose="020B0604020104020204" pitchFamily="34" charset="0"/>
                <a:ea typeface="Karla"/>
                <a:cs typeface="Karla"/>
                <a:sym typeface="Karla"/>
              </a:rPr>
              <a:t>, and infographics &amp; images by </a:t>
            </a:r>
            <a:r>
              <a:rPr lang="en-GB" sz="1000" b="1" dirty="0" err="1">
                <a:solidFill>
                  <a:schemeClr val="dk1"/>
                </a:solidFill>
                <a:uFill>
                  <a:noFill/>
                </a:uFill>
                <a:latin typeface="Abadi" panose="020B0604020104020204" pitchFamily="34" charset="0"/>
                <a:ea typeface="Karla"/>
                <a:cs typeface="Karla"/>
                <a:sym typeface="Karla"/>
                <a:hlinkClick r:id="rId5"/>
              </a:rPr>
              <a:t>Freepik</a:t>
            </a:r>
            <a:endParaRPr sz="1000" b="1" dirty="0">
              <a:solidFill>
                <a:schemeClr val="dk1"/>
              </a:solidFill>
              <a:latin typeface="Abadi" panose="020B0604020104020204" pitchFamily="34" charset="0"/>
              <a:ea typeface="Karla"/>
              <a:cs typeface="Karla"/>
              <a:sym typeface="Karl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99"/>
        <p:cNvGrpSpPr/>
        <p:nvPr/>
      </p:nvGrpSpPr>
      <p:grpSpPr>
        <a:xfrm>
          <a:off x="0" y="0"/>
          <a:ext cx="0" cy="0"/>
          <a:chOff x="0" y="0"/>
          <a:chExt cx="0" cy="0"/>
        </a:xfrm>
      </p:grpSpPr>
      <p:pic>
        <p:nvPicPr>
          <p:cNvPr id="400" name="Google Shape;400;p24"/>
          <p:cNvPicPr preferRelativeResize="0"/>
          <p:nvPr/>
        </p:nvPicPr>
        <p:blipFill>
          <a:blip r:embed="rId2">
            <a:alphaModFix amt="20000"/>
          </a:blip>
          <a:stretch>
            <a:fillRect/>
          </a:stretch>
        </p:blipFill>
        <p:spPr>
          <a:xfrm>
            <a:off x="-91387" y="1031845"/>
            <a:ext cx="9326879" cy="416911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ubik Black" panose="02000604000000020004"/>
              <a:buNone/>
              <a:defRPr sz="3500">
                <a:solidFill>
                  <a:schemeClr val="dk1"/>
                </a:solidFill>
                <a:latin typeface="Rubik Black" panose="02000604000000020004"/>
                <a:ea typeface="Rubik Black" panose="02000604000000020004"/>
                <a:cs typeface="Rubik Black" panose="02000604000000020004"/>
                <a:sym typeface="Rubik Black" panose="02000604000000020004"/>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 id="2147483658" r:id="rId6"/>
    <p:sldLayoutId id="2147483659" r:id="rId7"/>
    <p:sldLayoutId id="2147483660" r:id="rId8"/>
    <p:sldLayoutId id="2147483661" r:id="rId9"/>
    <p:sldLayoutId id="2147483670" r:id="rId10"/>
    <p:sldLayoutId id="2147483671" r:id="rId11"/>
    <p:sldLayoutId id="214748367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badi" panose="020B0604020104020204" pitchFamily="34" charset="0"/>
          <a:ea typeface="Abadi" panose="020B0604020104020204" pitchFamily="34" charset="0"/>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hyperlink" Target="https://www.cnblogs.com/runnerjack/p/9342362.html"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gitee.com/xxxx/xxx.git"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liaoxuefeng.com/books/git/branch/merge/index.html" TargetMode="External"/><Relationship Id="rId2" Type="http://schemas.openxmlformats.org/officeDocument/2006/relationships/hyperlink" Target="https://liaoxuefeng.com/books/git/branch/create/index.html" TargetMode="Externa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hyperlink" Target="https://blog.csdn.net/raoxiaoya/article/details/111321583" TargetMode="External"/><Relationship Id="rId4" Type="http://schemas.openxmlformats.org/officeDocument/2006/relationships/hyperlink" Target="https://www.runoob.com/git/git-branch.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zhuanlan.zhihu.com/p/609737717" TargetMode="Externa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hyperlink" Target="https://cloud.tencent.com/developer/article/2332770"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hyperlink" Target="https://blog.csdn.net/weixin_42310154/article/details/119004977"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zhuanlan.zhihu.com/p/687142557" TargetMode="External"/><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blog.csdn.net/qq_39505245/article/details/124705850"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9" Type="http://schemas.openxmlformats.org/officeDocument/2006/relationships/tags" Target="../tags/tag40.xml"/><Relationship Id="rId21" Type="http://schemas.openxmlformats.org/officeDocument/2006/relationships/tags" Target="../tags/tag22.xml"/><Relationship Id="rId34" Type="http://schemas.openxmlformats.org/officeDocument/2006/relationships/tags" Target="../tags/tag35.xml"/><Relationship Id="rId42" Type="http://schemas.openxmlformats.org/officeDocument/2006/relationships/slideLayout" Target="../slideLayouts/slideLayout6.xml"/><Relationship Id="rId7" Type="http://schemas.openxmlformats.org/officeDocument/2006/relationships/tags" Target="../tags/tag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41" Type="http://schemas.openxmlformats.org/officeDocument/2006/relationships/tags" Target="../tags/tag4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tags" Target="../tags/tag33.xml"/><Relationship Id="rId37" Type="http://schemas.openxmlformats.org/officeDocument/2006/relationships/tags" Target="../tags/tag38.xml"/><Relationship Id="rId40" Type="http://schemas.openxmlformats.org/officeDocument/2006/relationships/tags" Target="../tags/tag41.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tags" Target="../tags/tag37.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tags" Target="../tags/tag3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tags" Target="../tags/tag36.xml"/><Relationship Id="rId43" Type="http://schemas.openxmlformats.org/officeDocument/2006/relationships/notesSlide" Target="../notesSlides/notesSlide9.xml"/><Relationship Id="rId8" Type="http://schemas.openxmlformats.org/officeDocument/2006/relationships/tags" Target="../tags/tag9.xml"/><Relationship Id="rId3" Type="http://schemas.openxmlformats.org/officeDocument/2006/relationships/tags" Target="../tags/tag4.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tags" Target="../tags/tag34.xml"/><Relationship Id="rId38"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9"/>
          <p:cNvSpPr txBox="1">
            <a:spLocks noGrp="1"/>
          </p:cNvSpPr>
          <p:nvPr>
            <p:ph type="ctrTitle"/>
          </p:nvPr>
        </p:nvSpPr>
        <p:spPr>
          <a:xfrm>
            <a:off x="1828800" y="1174903"/>
            <a:ext cx="5486400" cy="246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GIT</a:t>
            </a:r>
            <a:r>
              <a:rPr lang="zh-CN" altLang="en-US" dirty="0"/>
              <a:t>简明教程</a:t>
            </a:r>
            <a:endParaRPr lang="en-GB" dirty="0"/>
          </a:p>
        </p:txBody>
      </p:sp>
      <p:sp>
        <p:nvSpPr>
          <p:cNvPr id="413" name="Google Shape;413;p29"/>
          <p:cNvSpPr txBox="1">
            <a:spLocks noGrp="1"/>
          </p:cNvSpPr>
          <p:nvPr>
            <p:ph type="subTitle" idx="1"/>
          </p:nvPr>
        </p:nvSpPr>
        <p:spPr>
          <a:xfrm>
            <a:off x="1828800" y="3877100"/>
            <a:ext cx="54864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Author   zyt</a:t>
            </a:r>
            <a:endParaRPr lang="en-GB" dirty="0"/>
          </a:p>
        </p:txBody>
      </p:sp>
      <p:sp>
        <p:nvSpPr>
          <p:cNvPr id="414" name="Google Shape;414;p29"/>
          <p:cNvSpPr/>
          <p:nvPr/>
        </p:nvSpPr>
        <p:spPr>
          <a:xfrm rot="-2700000">
            <a:off x="7125203" y="4050192"/>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415" name="Google Shape;415;p29"/>
          <p:cNvGrpSpPr/>
          <p:nvPr/>
        </p:nvGrpSpPr>
        <p:grpSpPr>
          <a:xfrm>
            <a:off x="136938" y="2571748"/>
            <a:ext cx="1827475" cy="1051350"/>
            <a:chOff x="274188" y="1278048"/>
            <a:chExt cx="1827475" cy="1051350"/>
          </a:xfrm>
        </p:grpSpPr>
        <p:sp>
          <p:nvSpPr>
            <p:cNvPr id="416" name="Google Shape;416;p29"/>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417" name="Google Shape;417;p29"/>
            <p:cNvGrpSpPr/>
            <p:nvPr/>
          </p:nvGrpSpPr>
          <p:grpSpPr>
            <a:xfrm>
              <a:off x="274188" y="1278048"/>
              <a:ext cx="1737300" cy="960000"/>
              <a:chOff x="7146475" y="2190661"/>
              <a:chExt cx="1737300" cy="960000"/>
            </a:xfrm>
          </p:grpSpPr>
          <p:sp>
            <p:nvSpPr>
              <p:cNvPr id="418" name="Google Shape;418;p29"/>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419" name="Google Shape;419;p29"/>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420" name="Google Shape;420;p29"/>
            <p:cNvGrpSpPr/>
            <p:nvPr/>
          </p:nvGrpSpPr>
          <p:grpSpPr>
            <a:xfrm>
              <a:off x="447057" y="1555937"/>
              <a:ext cx="1391436" cy="587426"/>
              <a:chOff x="817139" y="2952501"/>
              <a:chExt cx="1391436" cy="587426"/>
            </a:xfrm>
          </p:grpSpPr>
          <p:sp>
            <p:nvSpPr>
              <p:cNvPr id="421" name="Google Shape;421;p29"/>
              <p:cNvSpPr/>
              <p:nvPr/>
            </p:nvSpPr>
            <p:spPr>
              <a:xfrm>
                <a:off x="834354" y="3033062"/>
                <a:ext cx="328236" cy="324038"/>
              </a:xfrm>
              <a:custGeom>
                <a:avLst/>
                <a:gdLst/>
                <a:ahLst/>
                <a:cxnLst/>
                <a:rect l="l" t="t" r="r" b="b"/>
                <a:pathLst>
                  <a:path w="8732" h="8733" extrusionOk="0">
                    <a:moveTo>
                      <a:pt x="4366" y="1"/>
                    </a:moveTo>
                    <a:cubicBezTo>
                      <a:pt x="1951" y="1"/>
                      <a:pt x="0" y="1952"/>
                      <a:pt x="0" y="4366"/>
                    </a:cubicBezTo>
                    <a:cubicBezTo>
                      <a:pt x="0" y="6757"/>
                      <a:pt x="1951" y="8732"/>
                      <a:pt x="4366" y="8732"/>
                    </a:cubicBezTo>
                    <a:cubicBezTo>
                      <a:pt x="6780" y="8732"/>
                      <a:pt x="8732" y="6757"/>
                      <a:pt x="8732" y="4366"/>
                    </a:cubicBezTo>
                    <a:cubicBezTo>
                      <a:pt x="8732" y="1952"/>
                      <a:pt x="6780" y="1"/>
                      <a:pt x="43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22" name="Google Shape;422;p29"/>
              <p:cNvSpPr/>
              <p:nvPr/>
            </p:nvSpPr>
            <p:spPr>
              <a:xfrm>
                <a:off x="817139" y="3173107"/>
                <a:ext cx="735110" cy="366820"/>
              </a:xfrm>
              <a:custGeom>
                <a:avLst/>
                <a:gdLst/>
                <a:ahLst/>
                <a:cxnLst/>
                <a:rect l="l" t="t" r="r" b="b"/>
                <a:pathLst>
                  <a:path w="19556" h="9886" extrusionOk="0">
                    <a:moveTo>
                      <a:pt x="10025" y="0"/>
                    </a:moveTo>
                    <a:cubicBezTo>
                      <a:pt x="7970" y="0"/>
                      <a:pt x="5937" y="1254"/>
                      <a:pt x="5263" y="3544"/>
                    </a:cubicBezTo>
                    <a:cubicBezTo>
                      <a:pt x="4773" y="3298"/>
                      <a:pt x="4258" y="3184"/>
                      <a:pt x="3754" y="3184"/>
                    </a:cubicBezTo>
                    <a:cubicBezTo>
                      <a:pt x="2252" y="3184"/>
                      <a:pt x="848" y="4199"/>
                      <a:pt x="482" y="5787"/>
                    </a:cubicBezTo>
                    <a:cubicBezTo>
                      <a:pt x="0" y="7884"/>
                      <a:pt x="1590" y="9886"/>
                      <a:pt x="3723" y="9886"/>
                    </a:cubicBezTo>
                    <a:cubicBezTo>
                      <a:pt x="3748" y="9886"/>
                      <a:pt x="3774" y="9885"/>
                      <a:pt x="3799" y="9885"/>
                    </a:cubicBezTo>
                    <a:lnTo>
                      <a:pt x="15531" y="9885"/>
                    </a:lnTo>
                    <a:cubicBezTo>
                      <a:pt x="17750" y="9885"/>
                      <a:pt x="19555" y="8104"/>
                      <a:pt x="19555" y="5885"/>
                    </a:cubicBezTo>
                    <a:cubicBezTo>
                      <a:pt x="19555" y="3641"/>
                      <a:pt x="17750" y="1861"/>
                      <a:pt x="15531" y="1861"/>
                    </a:cubicBezTo>
                    <a:cubicBezTo>
                      <a:pt x="15019" y="1861"/>
                      <a:pt x="14531" y="1958"/>
                      <a:pt x="14068" y="2129"/>
                    </a:cubicBezTo>
                    <a:cubicBezTo>
                      <a:pt x="13064" y="681"/>
                      <a:pt x="11538" y="0"/>
                      <a:pt x="1002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23" name="Google Shape;423;p29"/>
              <p:cNvSpPr/>
              <p:nvPr/>
            </p:nvSpPr>
            <p:spPr>
              <a:xfrm>
                <a:off x="1739143" y="2952501"/>
                <a:ext cx="162314" cy="219958"/>
              </a:xfrm>
              <a:custGeom>
                <a:avLst/>
                <a:gdLst/>
                <a:ahLst/>
                <a:cxnLst/>
                <a:rect l="l" t="t" r="r" b="b"/>
                <a:pathLst>
                  <a:path w="4318" h="5928" extrusionOk="0">
                    <a:moveTo>
                      <a:pt x="2245" y="1"/>
                    </a:moveTo>
                    <a:cubicBezTo>
                      <a:pt x="1976" y="1"/>
                      <a:pt x="1708" y="25"/>
                      <a:pt x="1440" y="99"/>
                    </a:cubicBezTo>
                    <a:cubicBezTo>
                      <a:pt x="1196" y="147"/>
                      <a:pt x="976" y="245"/>
                      <a:pt x="757" y="367"/>
                    </a:cubicBezTo>
                    <a:cubicBezTo>
                      <a:pt x="489" y="513"/>
                      <a:pt x="245" y="708"/>
                      <a:pt x="1" y="928"/>
                    </a:cubicBezTo>
                    <a:lnTo>
                      <a:pt x="854" y="1952"/>
                    </a:lnTo>
                    <a:cubicBezTo>
                      <a:pt x="1050" y="1757"/>
                      <a:pt x="1269" y="1611"/>
                      <a:pt x="1489" y="1464"/>
                    </a:cubicBezTo>
                    <a:cubicBezTo>
                      <a:pt x="1659" y="1367"/>
                      <a:pt x="1854" y="1318"/>
                      <a:pt x="2049" y="1318"/>
                    </a:cubicBezTo>
                    <a:cubicBezTo>
                      <a:pt x="2196" y="1318"/>
                      <a:pt x="2367" y="1367"/>
                      <a:pt x="2464" y="1440"/>
                    </a:cubicBezTo>
                    <a:cubicBezTo>
                      <a:pt x="2562" y="1538"/>
                      <a:pt x="2635" y="1684"/>
                      <a:pt x="2610" y="1806"/>
                    </a:cubicBezTo>
                    <a:cubicBezTo>
                      <a:pt x="2610" y="1928"/>
                      <a:pt x="2586" y="2050"/>
                      <a:pt x="2537" y="2172"/>
                    </a:cubicBezTo>
                    <a:cubicBezTo>
                      <a:pt x="2488" y="2318"/>
                      <a:pt x="2391" y="2440"/>
                      <a:pt x="2293" y="2562"/>
                    </a:cubicBezTo>
                    <a:cubicBezTo>
                      <a:pt x="2171" y="2733"/>
                      <a:pt x="1879" y="3025"/>
                      <a:pt x="1489" y="3440"/>
                    </a:cubicBezTo>
                    <a:lnTo>
                      <a:pt x="50" y="4903"/>
                    </a:lnTo>
                    <a:lnTo>
                      <a:pt x="50" y="5928"/>
                    </a:lnTo>
                    <a:lnTo>
                      <a:pt x="4318" y="5928"/>
                    </a:lnTo>
                    <a:lnTo>
                      <a:pt x="4318" y="4659"/>
                    </a:lnTo>
                    <a:lnTo>
                      <a:pt x="2098" y="4659"/>
                    </a:lnTo>
                    <a:lnTo>
                      <a:pt x="2098" y="4611"/>
                    </a:lnTo>
                    <a:cubicBezTo>
                      <a:pt x="2757" y="4050"/>
                      <a:pt x="3171" y="3635"/>
                      <a:pt x="3367" y="3440"/>
                    </a:cubicBezTo>
                    <a:cubicBezTo>
                      <a:pt x="3562" y="3245"/>
                      <a:pt x="3708" y="3050"/>
                      <a:pt x="3854" y="2830"/>
                    </a:cubicBezTo>
                    <a:cubicBezTo>
                      <a:pt x="4098" y="2464"/>
                      <a:pt x="4220" y="2025"/>
                      <a:pt x="4220" y="1611"/>
                    </a:cubicBezTo>
                    <a:cubicBezTo>
                      <a:pt x="4220" y="1294"/>
                      <a:pt x="4123" y="1025"/>
                      <a:pt x="3952" y="781"/>
                    </a:cubicBezTo>
                    <a:cubicBezTo>
                      <a:pt x="3781" y="513"/>
                      <a:pt x="3562" y="318"/>
                      <a:pt x="3269" y="196"/>
                    </a:cubicBezTo>
                    <a:cubicBezTo>
                      <a:pt x="2952" y="50"/>
                      <a:pt x="2610" y="1"/>
                      <a:pt x="2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24" name="Google Shape;424;p29"/>
              <p:cNvSpPr/>
              <p:nvPr/>
            </p:nvSpPr>
            <p:spPr>
              <a:xfrm>
                <a:off x="1926175" y="2955247"/>
                <a:ext cx="129310" cy="217213"/>
              </a:xfrm>
              <a:custGeom>
                <a:avLst/>
                <a:gdLst/>
                <a:ahLst/>
                <a:cxnLst/>
                <a:rect l="l" t="t" r="r" b="b"/>
                <a:pathLst>
                  <a:path w="3440" h="5854" extrusionOk="0">
                    <a:moveTo>
                      <a:pt x="2000" y="0"/>
                    </a:moveTo>
                    <a:lnTo>
                      <a:pt x="0" y="1659"/>
                    </a:lnTo>
                    <a:lnTo>
                      <a:pt x="805" y="2659"/>
                    </a:lnTo>
                    <a:lnTo>
                      <a:pt x="1488" y="2122"/>
                    </a:lnTo>
                    <a:cubicBezTo>
                      <a:pt x="1610" y="2000"/>
                      <a:pt x="1732" y="1878"/>
                      <a:pt x="1854" y="1732"/>
                    </a:cubicBezTo>
                    <a:lnTo>
                      <a:pt x="1854" y="1732"/>
                    </a:lnTo>
                    <a:cubicBezTo>
                      <a:pt x="1829" y="2049"/>
                      <a:pt x="1829" y="2390"/>
                      <a:pt x="1829" y="2756"/>
                    </a:cubicBezTo>
                    <a:lnTo>
                      <a:pt x="1829" y="5854"/>
                    </a:lnTo>
                    <a:lnTo>
                      <a:pt x="3439" y="5854"/>
                    </a:lnTo>
                    <a:lnTo>
                      <a:pt x="34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25" name="Google Shape;425;p29"/>
              <p:cNvSpPr/>
              <p:nvPr/>
            </p:nvSpPr>
            <p:spPr>
              <a:xfrm>
                <a:off x="2096669" y="2952501"/>
                <a:ext cx="111905" cy="112354"/>
              </a:xfrm>
              <a:custGeom>
                <a:avLst/>
                <a:gdLst/>
                <a:ahLst/>
                <a:cxnLst/>
                <a:rect l="l" t="t" r="r" b="b"/>
                <a:pathLst>
                  <a:path w="2977" h="3028" extrusionOk="0">
                    <a:moveTo>
                      <a:pt x="1537" y="830"/>
                    </a:moveTo>
                    <a:cubicBezTo>
                      <a:pt x="1806" y="830"/>
                      <a:pt x="1928" y="1050"/>
                      <a:pt x="1928" y="1513"/>
                    </a:cubicBezTo>
                    <a:cubicBezTo>
                      <a:pt x="1928" y="1977"/>
                      <a:pt x="1806" y="2220"/>
                      <a:pt x="1537" y="2220"/>
                    </a:cubicBezTo>
                    <a:cubicBezTo>
                      <a:pt x="1415" y="2220"/>
                      <a:pt x="1293" y="2147"/>
                      <a:pt x="1220" y="2050"/>
                    </a:cubicBezTo>
                    <a:cubicBezTo>
                      <a:pt x="1147" y="1879"/>
                      <a:pt x="1123" y="1684"/>
                      <a:pt x="1123" y="1513"/>
                    </a:cubicBezTo>
                    <a:lnTo>
                      <a:pt x="1147" y="1513"/>
                    </a:lnTo>
                    <a:cubicBezTo>
                      <a:pt x="1147" y="1050"/>
                      <a:pt x="1269" y="830"/>
                      <a:pt x="1537" y="830"/>
                    </a:cubicBezTo>
                    <a:close/>
                    <a:moveTo>
                      <a:pt x="1562" y="1"/>
                    </a:moveTo>
                    <a:cubicBezTo>
                      <a:pt x="1171" y="1"/>
                      <a:pt x="781" y="147"/>
                      <a:pt x="513" y="416"/>
                    </a:cubicBezTo>
                    <a:cubicBezTo>
                      <a:pt x="1" y="1050"/>
                      <a:pt x="1" y="1977"/>
                      <a:pt x="513" y="2611"/>
                    </a:cubicBezTo>
                    <a:cubicBezTo>
                      <a:pt x="764" y="2862"/>
                      <a:pt x="1101" y="3028"/>
                      <a:pt x="1463" y="3028"/>
                    </a:cubicBezTo>
                    <a:cubicBezTo>
                      <a:pt x="1488" y="3028"/>
                      <a:pt x="1513" y="3027"/>
                      <a:pt x="1537" y="3025"/>
                    </a:cubicBezTo>
                    <a:cubicBezTo>
                      <a:pt x="1565" y="3027"/>
                      <a:pt x="1593" y="3028"/>
                      <a:pt x="1621" y="3028"/>
                    </a:cubicBezTo>
                    <a:cubicBezTo>
                      <a:pt x="1980" y="3028"/>
                      <a:pt x="2314" y="2882"/>
                      <a:pt x="2586" y="2611"/>
                    </a:cubicBezTo>
                    <a:cubicBezTo>
                      <a:pt x="2854" y="2318"/>
                      <a:pt x="2976" y="1928"/>
                      <a:pt x="2952" y="1513"/>
                    </a:cubicBezTo>
                    <a:cubicBezTo>
                      <a:pt x="2976" y="1123"/>
                      <a:pt x="2830" y="733"/>
                      <a:pt x="2586" y="416"/>
                    </a:cubicBezTo>
                    <a:cubicBezTo>
                      <a:pt x="2318" y="147"/>
                      <a:pt x="1928" y="1"/>
                      <a:pt x="1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sp>
        <p:nvSpPr>
          <p:cNvPr id="426" name="Google Shape;426;p29"/>
          <p:cNvSpPr/>
          <p:nvPr/>
        </p:nvSpPr>
        <p:spPr>
          <a:xfrm>
            <a:off x="1099325" y="425927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427" name="Google Shape;427;p29"/>
          <p:cNvGrpSpPr/>
          <p:nvPr/>
        </p:nvGrpSpPr>
        <p:grpSpPr>
          <a:xfrm>
            <a:off x="6761147" y="3414805"/>
            <a:ext cx="689546" cy="208288"/>
            <a:chOff x="6761147" y="3414805"/>
            <a:chExt cx="689546" cy="208288"/>
          </a:xfrm>
        </p:grpSpPr>
        <p:sp>
          <p:nvSpPr>
            <p:cNvPr id="428" name="Google Shape;428;p29"/>
            <p:cNvSpPr/>
            <p:nvPr/>
          </p:nvSpPr>
          <p:spPr>
            <a:xfrm>
              <a:off x="6993487" y="356345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29" name="Google Shape;429;p29"/>
            <p:cNvSpPr/>
            <p:nvPr/>
          </p:nvSpPr>
          <p:spPr>
            <a:xfrm>
              <a:off x="6761147" y="341480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430" name="Google Shape;430;p29"/>
          <p:cNvGrpSpPr/>
          <p:nvPr/>
        </p:nvGrpSpPr>
        <p:grpSpPr>
          <a:xfrm>
            <a:off x="136938" y="1047512"/>
            <a:ext cx="1371600" cy="1375875"/>
            <a:chOff x="299013" y="1079125"/>
            <a:chExt cx="1371600" cy="1375875"/>
          </a:xfrm>
        </p:grpSpPr>
        <p:sp>
          <p:nvSpPr>
            <p:cNvPr id="431" name="Google Shape;431;p29"/>
            <p:cNvSpPr/>
            <p:nvPr/>
          </p:nvSpPr>
          <p:spPr>
            <a:xfrm>
              <a:off x="390513" y="1174900"/>
              <a:ext cx="1280100" cy="1280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32" name="Google Shape;432;p29"/>
            <p:cNvSpPr/>
            <p:nvPr/>
          </p:nvSpPr>
          <p:spPr>
            <a:xfrm>
              <a:off x="299013" y="1079125"/>
              <a:ext cx="1280100" cy="1280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433" name="Google Shape;433;p29"/>
            <p:cNvGrpSpPr/>
            <p:nvPr/>
          </p:nvGrpSpPr>
          <p:grpSpPr>
            <a:xfrm>
              <a:off x="396400" y="1384064"/>
              <a:ext cx="1085400" cy="635100"/>
              <a:chOff x="396400" y="1399225"/>
              <a:chExt cx="1085400" cy="635100"/>
            </a:xfrm>
          </p:grpSpPr>
          <p:sp>
            <p:nvSpPr>
              <p:cNvPr id="434" name="Google Shape;434;p29"/>
              <p:cNvSpPr/>
              <p:nvPr/>
            </p:nvSpPr>
            <p:spPr>
              <a:xfrm>
                <a:off x="396400" y="1399225"/>
                <a:ext cx="1085400" cy="635100"/>
              </a:xfrm>
              <a:prstGeom prst="roundRect">
                <a:avLst>
                  <a:gd name="adj" fmla="val 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435" name="Google Shape;435;p29"/>
              <p:cNvGrpSpPr/>
              <p:nvPr/>
            </p:nvGrpSpPr>
            <p:grpSpPr>
              <a:xfrm>
                <a:off x="712181" y="1506835"/>
                <a:ext cx="453838" cy="419880"/>
                <a:chOff x="733647" y="1423686"/>
                <a:chExt cx="453838" cy="419880"/>
              </a:xfrm>
            </p:grpSpPr>
            <p:sp>
              <p:nvSpPr>
                <p:cNvPr id="436" name="Google Shape;436;p29"/>
                <p:cNvSpPr/>
                <p:nvPr/>
              </p:nvSpPr>
              <p:spPr>
                <a:xfrm>
                  <a:off x="733647" y="1423686"/>
                  <a:ext cx="453838" cy="419880"/>
                </a:xfrm>
                <a:custGeom>
                  <a:avLst/>
                  <a:gdLst/>
                  <a:ahLst/>
                  <a:cxnLst/>
                  <a:rect l="l" t="t" r="r" b="b"/>
                  <a:pathLst>
                    <a:path w="9781" h="9055" extrusionOk="0">
                      <a:moveTo>
                        <a:pt x="4904" y="1"/>
                      </a:moveTo>
                      <a:cubicBezTo>
                        <a:pt x="4654" y="1"/>
                        <a:pt x="4401" y="21"/>
                        <a:pt x="4147" y="64"/>
                      </a:cubicBezTo>
                      <a:cubicBezTo>
                        <a:pt x="1659" y="479"/>
                        <a:pt x="1" y="2820"/>
                        <a:pt x="440" y="5284"/>
                      </a:cubicBezTo>
                      <a:cubicBezTo>
                        <a:pt x="811" y="7493"/>
                        <a:pt x="2733" y="9054"/>
                        <a:pt x="4902" y="9054"/>
                      </a:cubicBezTo>
                      <a:cubicBezTo>
                        <a:pt x="5152" y="9054"/>
                        <a:pt x="5405" y="9034"/>
                        <a:pt x="5659" y="8991"/>
                      </a:cubicBezTo>
                      <a:cubicBezTo>
                        <a:pt x="8122" y="8576"/>
                        <a:pt x="9781" y="6235"/>
                        <a:pt x="9366" y="3771"/>
                      </a:cubicBezTo>
                      <a:cubicBezTo>
                        <a:pt x="8994" y="1562"/>
                        <a:pt x="7073" y="1"/>
                        <a:pt x="4904"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37" name="Google Shape;437;p29"/>
                <p:cNvSpPr/>
                <p:nvPr/>
              </p:nvSpPr>
              <p:spPr>
                <a:xfrm>
                  <a:off x="898875" y="1539755"/>
                  <a:ext cx="163003" cy="188911"/>
                </a:xfrm>
                <a:custGeom>
                  <a:avLst/>
                  <a:gdLst/>
                  <a:ahLst/>
                  <a:cxnLst/>
                  <a:rect l="l" t="t" r="r" b="b"/>
                  <a:pathLst>
                    <a:path w="3513" h="4074" extrusionOk="0">
                      <a:moveTo>
                        <a:pt x="1" y="0"/>
                      </a:moveTo>
                      <a:lnTo>
                        <a:pt x="1" y="4073"/>
                      </a:lnTo>
                      <a:lnTo>
                        <a:pt x="3513" y="2024"/>
                      </a:lnTo>
                      <a:lnTo>
                        <a:pt x="1" y="0"/>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grpSp>
          <p:nvGrpSpPr>
            <p:cNvPr id="438" name="Google Shape;438;p29"/>
            <p:cNvGrpSpPr/>
            <p:nvPr/>
          </p:nvGrpSpPr>
          <p:grpSpPr>
            <a:xfrm>
              <a:off x="396391" y="2141102"/>
              <a:ext cx="1085342" cy="96171"/>
              <a:chOff x="417899" y="2116530"/>
              <a:chExt cx="1085342" cy="96171"/>
            </a:xfrm>
          </p:grpSpPr>
          <p:sp>
            <p:nvSpPr>
              <p:cNvPr id="439" name="Google Shape;439;p29"/>
              <p:cNvSpPr/>
              <p:nvPr/>
            </p:nvSpPr>
            <p:spPr>
              <a:xfrm>
                <a:off x="417899" y="2116530"/>
                <a:ext cx="1085342" cy="96171"/>
              </a:xfrm>
              <a:custGeom>
                <a:avLst/>
                <a:gdLst/>
                <a:ahLst/>
                <a:cxnLst/>
                <a:rect l="l" t="t" r="r" b="b"/>
                <a:pathLst>
                  <a:path w="23391" h="2074" extrusionOk="0">
                    <a:moveTo>
                      <a:pt x="1025" y="1"/>
                    </a:moveTo>
                    <a:cubicBezTo>
                      <a:pt x="464" y="1"/>
                      <a:pt x="1" y="464"/>
                      <a:pt x="1" y="1050"/>
                    </a:cubicBezTo>
                    <a:cubicBezTo>
                      <a:pt x="1" y="1611"/>
                      <a:pt x="464" y="2074"/>
                      <a:pt x="1025" y="2074"/>
                    </a:cubicBezTo>
                    <a:lnTo>
                      <a:pt x="22366" y="2074"/>
                    </a:lnTo>
                    <a:cubicBezTo>
                      <a:pt x="22927" y="2074"/>
                      <a:pt x="23391" y="1611"/>
                      <a:pt x="23391" y="1050"/>
                    </a:cubicBezTo>
                    <a:cubicBezTo>
                      <a:pt x="23391" y="464"/>
                      <a:pt x="22927" y="1"/>
                      <a:pt x="22366"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40" name="Google Shape;440;p29"/>
              <p:cNvSpPr/>
              <p:nvPr/>
            </p:nvSpPr>
            <p:spPr>
              <a:xfrm>
                <a:off x="417899" y="2116530"/>
                <a:ext cx="555733" cy="96171"/>
              </a:xfrm>
              <a:custGeom>
                <a:avLst/>
                <a:gdLst/>
                <a:ahLst/>
                <a:cxnLst/>
                <a:rect l="l" t="t" r="r" b="b"/>
                <a:pathLst>
                  <a:path w="11977" h="2074" extrusionOk="0">
                    <a:moveTo>
                      <a:pt x="1025" y="1"/>
                    </a:moveTo>
                    <a:cubicBezTo>
                      <a:pt x="464" y="1"/>
                      <a:pt x="1" y="464"/>
                      <a:pt x="1" y="1050"/>
                    </a:cubicBezTo>
                    <a:cubicBezTo>
                      <a:pt x="1" y="1611"/>
                      <a:pt x="464" y="2074"/>
                      <a:pt x="1025" y="2074"/>
                    </a:cubicBezTo>
                    <a:lnTo>
                      <a:pt x="11976" y="2074"/>
                    </a:lnTo>
                    <a:lnTo>
                      <a:pt x="11976" y="1"/>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cxnSp>
          <p:nvCxnSpPr>
            <p:cNvPr id="441" name="Google Shape;441;p29"/>
            <p:cNvCxnSpPr/>
            <p:nvPr/>
          </p:nvCxnSpPr>
          <p:spPr>
            <a:xfrm>
              <a:off x="308975" y="1262125"/>
              <a:ext cx="1263300" cy="0"/>
            </a:xfrm>
            <a:prstGeom prst="straightConnector1">
              <a:avLst/>
            </a:prstGeom>
            <a:noFill/>
            <a:ln w="28575" cap="flat" cmpd="sng">
              <a:solidFill>
                <a:schemeClr val="dk1"/>
              </a:solidFill>
              <a:prstDash val="solid"/>
              <a:round/>
              <a:headEnd type="none" w="med" len="med"/>
              <a:tailEnd type="none" w="med" len="med"/>
            </a:ln>
          </p:spPr>
        </p:cxnSp>
      </p:grpSp>
      <p:grpSp>
        <p:nvGrpSpPr>
          <p:cNvPr id="442" name="Google Shape;442;p29"/>
          <p:cNvGrpSpPr/>
          <p:nvPr/>
        </p:nvGrpSpPr>
        <p:grpSpPr>
          <a:xfrm>
            <a:off x="7450704" y="1174899"/>
            <a:ext cx="1646100" cy="1188900"/>
            <a:chOff x="7403363" y="1047512"/>
            <a:chExt cx="1646100" cy="1188900"/>
          </a:xfrm>
        </p:grpSpPr>
        <p:sp>
          <p:nvSpPr>
            <p:cNvPr id="443" name="Google Shape;443;p29"/>
            <p:cNvSpPr/>
            <p:nvPr/>
          </p:nvSpPr>
          <p:spPr>
            <a:xfrm>
              <a:off x="7494863" y="1139012"/>
              <a:ext cx="1554600" cy="1097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44" name="Google Shape;444;p29"/>
            <p:cNvSpPr/>
            <p:nvPr/>
          </p:nvSpPr>
          <p:spPr>
            <a:xfrm>
              <a:off x="7403363" y="1047512"/>
              <a:ext cx="1554600" cy="1097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445" name="Google Shape;445;p29"/>
            <p:cNvCxnSpPr/>
            <p:nvPr/>
          </p:nvCxnSpPr>
          <p:spPr>
            <a:xfrm>
              <a:off x="7413325" y="1230512"/>
              <a:ext cx="1544700" cy="0"/>
            </a:xfrm>
            <a:prstGeom prst="straightConnector1">
              <a:avLst/>
            </a:prstGeom>
            <a:noFill/>
            <a:ln w="28575" cap="flat" cmpd="sng">
              <a:solidFill>
                <a:schemeClr val="dk1"/>
              </a:solidFill>
              <a:prstDash val="solid"/>
              <a:round/>
              <a:headEnd type="none" w="med" len="med"/>
              <a:tailEnd type="none" w="med" len="med"/>
            </a:ln>
          </p:spPr>
        </p:cxnSp>
        <p:sp>
          <p:nvSpPr>
            <p:cNvPr id="446" name="Google Shape;446;p29"/>
            <p:cNvSpPr/>
            <p:nvPr/>
          </p:nvSpPr>
          <p:spPr>
            <a:xfrm>
              <a:off x="7540474"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47" name="Google Shape;447;p29"/>
            <p:cNvSpPr/>
            <p:nvPr/>
          </p:nvSpPr>
          <p:spPr>
            <a:xfrm>
              <a:off x="8009987"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48" name="Google Shape;448;p29"/>
            <p:cNvSpPr/>
            <p:nvPr/>
          </p:nvSpPr>
          <p:spPr>
            <a:xfrm>
              <a:off x="8479499"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449" name="Google Shape;449;p29"/>
            <p:cNvGrpSpPr/>
            <p:nvPr/>
          </p:nvGrpSpPr>
          <p:grpSpPr>
            <a:xfrm>
              <a:off x="7770652" y="1367593"/>
              <a:ext cx="820034" cy="187786"/>
              <a:chOff x="4005100" y="3437025"/>
              <a:chExt cx="535375" cy="122600"/>
            </a:xfrm>
          </p:grpSpPr>
          <p:sp>
            <p:nvSpPr>
              <p:cNvPr id="450" name="Google Shape;450;p29"/>
              <p:cNvSpPr/>
              <p:nvPr/>
            </p:nvSpPr>
            <p:spPr>
              <a:xfrm>
                <a:off x="4005100" y="3437025"/>
                <a:ext cx="535375" cy="33575"/>
              </a:xfrm>
              <a:custGeom>
                <a:avLst/>
                <a:gdLst/>
                <a:ahLst/>
                <a:cxnLst/>
                <a:rect l="l" t="t" r="r" b="b"/>
                <a:pathLst>
                  <a:path w="21415" h="1343" extrusionOk="0">
                    <a:moveTo>
                      <a:pt x="903" y="1"/>
                    </a:moveTo>
                    <a:cubicBezTo>
                      <a:pt x="1" y="1"/>
                      <a:pt x="1" y="1342"/>
                      <a:pt x="903" y="1342"/>
                    </a:cubicBezTo>
                    <a:lnTo>
                      <a:pt x="20488" y="1342"/>
                    </a:lnTo>
                    <a:cubicBezTo>
                      <a:pt x="21415" y="1342"/>
                      <a:pt x="21415" y="1"/>
                      <a:pt x="204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1" name="Google Shape;451;p29"/>
              <p:cNvSpPr/>
              <p:nvPr/>
            </p:nvSpPr>
            <p:spPr>
              <a:xfrm>
                <a:off x="4064850" y="3525450"/>
                <a:ext cx="415275" cy="34175"/>
              </a:xfrm>
              <a:custGeom>
                <a:avLst/>
                <a:gdLst/>
                <a:ahLst/>
                <a:cxnLst/>
                <a:rect l="l" t="t" r="r" b="b"/>
                <a:pathLst>
                  <a:path w="16611" h="1367" extrusionOk="0">
                    <a:moveTo>
                      <a:pt x="928" y="0"/>
                    </a:moveTo>
                    <a:cubicBezTo>
                      <a:pt x="1" y="0"/>
                      <a:pt x="1" y="1366"/>
                      <a:pt x="928" y="1366"/>
                    </a:cubicBezTo>
                    <a:lnTo>
                      <a:pt x="15708" y="1366"/>
                    </a:lnTo>
                    <a:cubicBezTo>
                      <a:pt x="16610" y="1366"/>
                      <a:pt x="16610" y="0"/>
                      <a:pt x="15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grpSp>
        <p:nvGrpSpPr>
          <p:cNvPr id="452" name="Google Shape;452;p29"/>
          <p:cNvGrpSpPr/>
          <p:nvPr/>
        </p:nvGrpSpPr>
        <p:grpSpPr>
          <a:xfrm>
            <a:off x="7855413" y="2571747"/>
            <a:ext cx="836668" cy="1371596"/>
            <a:chOff x="2771692" y="3497697"/>
            <a:chExt cx="836668" cy="1371596"/>
          </a:xfrm>
        </p:grpSpPr>
        <p:sp>
          <p:nvSpPr>
            <p:cNvPr id="453" name="Google Shape;453;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4" name="Google Shape;454;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moveTo>
                    <a:pt x="4903" y="390"/>
                  </a:moveTo>
                  <a:lnTo>
                    <a:pt x="4903" y="2293"/>
                  </a:lnTo>
                  <a:cubicBezTo>
                    <a:pt x="5391" y="2390"/>
                    <a:pt x="5732" y="2781"/>
                    <a:pt x="5732" y="3268"/>
                  </a:cubicBezTo>
                  <a:lnTo>
                    <a:pt x="5732" y="6000"/>
                  </a:lnTo>
                  <a:cubicBezTo>
                    <a:pt x="5732" y="6488"/>
                    <a:pt x="5391" y="6902"/>
                    <a:pt x="4903" y="6976"/>
                  </a:cubicBezTo>
                  <a:lnTo>
                    <a:pt x="4903" y="8268"/>
                  </a:lnTo>
                  <a:lnTo>
                    <a:pt x="5123" y="8268"/>
                  </a:lnTo>
                  <a:cubicBezTo>
                    <a:pt x="5854" y="8268"/>
                    <a:pt x="6562" y="8171"/>
                    <a:pt x="7269" y="7976"/>
                  </a:cubicBezTo>
                  <a:cubicBezTo>
                    <a:pt x="7928" y="7756"/>
                    <a:pt x="8537" y="7488"/>
                    <a:pt x="9123" y="7122"/>
                  </a:cubicBezTo>
                  <a:lnTo>
                    <a:pt x="9123" y="4756"/>
                  </a:lnTo>
                  <a:cubicBezTo>
                    <a:pt x="9098" y="2415"/>
                    <a:pt x="7245" y="488"/>
                    <a:pt x="4903" y="415"/>
                  </a:cubicBezTo>
                  <a:close/>
                  <a:moveTo>
                    <a:pt x="4611" y="2293"/>
                  </a:moveTo>
                  <a:lnTo>
                    <a:pt x="4611" y="415"/>
                  </a:lnTo>
                  <a:cubicBezTo>
                    <a:pt x="2269" y="488"/>
                    <a:pt x="416" y="2415"/>
                    <a:pt x="391" y="4756"/>
                  </a:cubicBezTo>
                  <a:lnTo>
                    <a:pt x="391" y="7122"/>
                  </a:lnTo>
                  <a:cubicBezTo>
                    <a:pt x="976" y="7463"/>
                    <a:pt x="1611" y="7756"/>
                    <a:pt x="2245" y="7951"/>
                  </a:cubicBezTo>
                  <a:cubicBezTo>
                    <a:pt x="2952" y="8146"/>
                    <a:pt x="3659" y="8268"/>
                    <a:pt x="4391" y="8244"/>
                  </a:cubicBezTo>
                  <a:lnTo>
                    <a:pt x="4611" y="8244"/>
                  </a:lnTo>
                  <a:lnTo>
                    <a:pt x="4611" y="6976"/>
                  </a:lnTo>
                  <a:cubicBezTo>
                    <a:pt x="4123" y="6902"/>
                    <a:pt x="3781" y="6488"/>
                    <a:pt x="3781" y="6000"/>
                  </a:cubicBezTo>
                  <a:lnTo>
                    <a:pt x="3781" y="3268"/>
                  </a:lnTo>
                  <a:cubicBezTo>
                    <a:pt x="3781" y="2781"/>
                    <a:pt x="4123" y="2390"/>
                    <a:pt x="4611" y="2293"/>
                  </a:cubicBezTo>
                  <a:close/>
                  <a:moveTo>
                    <a:pt x="5220" y="2781"/>
                  </a:moveTo>
                  <a:cubicBezTo>
                    <a:pt x="5098" y="2659"/>
                    <a:pt x="4928" y="2585"/>
                    <a:pt x="4757" y="2585"/>
                  </a:cubicBezTo>
                  <a:lnTo>
                    <a:pt x="4757" y="2585"/>
                  </a:lnTo>
                  <a:cubicBezTo>
                    <a:pt x="4391" y="2585"/>
                    <a:pt x="4074" y="2902"/>
                    <a:pt x="4074" y="3268"/>
                  </a:cubicBezTo>
                  <a:lnTo>
                    <a:pt x="4074" y="6000"/>
                  </a:lnTo>
                  <a:cubicBezTo>
                    <a:pt x="4074" y="6390"/>
                    <a:pt x="4391" y="6683"/>
                    <a:pt x="4757" y="6683"/>
                  </a:cubicBezTo>
                  <a:lnTo>
                    <a:pt x="4757" y="6683"/>
                  </a:lnTo>
                  <a:cubicBezTo>
                    <a:pt x="4928" y="6683"/>
                    <a:pt x="5098" y="6610"/>
                    <a:pt x="5220" y="6488"/>
                  </a:cubicBezTo>
                  <a:cubicBezTo>
                    <a:pt x="5367" y="6366"/>
                    <a:pt x="5440" y="6195"/>
                    <a:pt x="5440" y="6000"/>
                  </a:cubicBezTo>
                  <a:lnTo>
                    <a:pt x="5440" y="3268"/>
                  </a:lnTo>
                  <a:cubicBezTo>
                    <a:pt x="5440" y="3098"/>
                    <a:pt x="5367" y="2927"/>
                    <a:pt x="5220" y="2781"/>
                  </a:cubicBezTo>
                  <a:close/>
                  <a:moveTo>
                    <a:pt x="9123" y="7463"/>
                  </a:moveTo>
                  <a:cubicBezTo>
                    <a:pt x="8562" y="7805"/>
                    <a:pt x="7976" y="8073"/>
                    <a:pt x="7342" y="8244"/>
                  </a:cubicBezTo>
                  <a:cubicBezTo>
                    <a:pt x="6635" y="8463"/>
                    <a:pt x="5879" y="8561"/>
                    <a:pt x="5123" y="8561"/>
                  </a:cubicBezTo>
                  <a:lnTo>
                    <a:pt x="4391" y="8561"/>
                  </a:lnTo>
                  <a:cubicBezTo>
                    <a:pt x="2976" y="8561"/>
                    <a:pt x="1611" y="8195"/>
                    <a:pt x="391" y="7463"/>
                  </a:cubicBezTo>
                  <a:lnTo>
                    <a:pt x="391" y="11049"/>
                  </a:lnTo>
                  <a:cubicBezTo>
                    <a:pt x="464" y="13414"/>
                    <a:pt x="2391" y="15292"/>
                    <a:pt x="4757" y="15292"/>
                  </a:cubicBezTo>
                  <a:cubicBezTo>
                    <a:pt x="7123" y="15292"/>
                    <a:pt x="9049" y="13414"/>
                    <a:pt x="9123" y="110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5" name="Google Shape;455;p29"/>
            <p:cNvSpPr/>
            <p:nvPr/>
          </p:nvSpPr>
          <p:spPr>
            <a:xfrm>
              <a:off x="3202911" y="3533904"/>
              <a:ext cx="371149" cy="686979"/>
            </a:xfrm>
            <a:custGeom>
              <a:avLst/>
              <a:gdLst/>
              <a:ahLst/>
              <a:cxnLst/>
              <a:rect l="l" t="t" r="r" b="b"/>
              <a:pathLst>
                <a:path w="4220" h="7855" extrusionOk="0">
                  <a:moveTo>
                    <a:pt x="537" y="2171"/>
                  </a:moveTo>
                  <a:cubicBezTo>
                    <a:pt x="732" y="2342"/>
                    <a:pt x="829" y="2586"/>
                    <a:pt x="829" y="2854"/>
                  </a:cubicBezTo>
                  <a:lnTo>
                    <a:pt x="829" y="5586"/>
                  </a:lnTo>
                  <a:cubicBezTo>
                    <a:pt x="829" y="6074"/>
                    <a:pt x="488" y="6488"/>
                    <a:pt x="0" y="6562"/>
                  </a:cubicBezTo>
                  <a:lnTo>
                    <a:pt x="0" y="7854"/>
                  </a:lnTo>
                  <a:lnTo>
                    <a:pt x="220" y="7854"/>
                  </a:lnTo>
                  <a:cubicBezTo>
                    <a:pt x="951" y="7854"/>
                    <a:pt x="1659" y="7757"/>
                    <a:pt x="2366" y="7562"/>
                  </a:cubicBezTo>
                  <a:cubicBezTo>
                    <a:pt x="3025" y="7342"/>
                    <a:pt x="3634" y="7074"/>
                    <a:pt x="4220" y="6708"/>
                  </a:cubicBezTo>
                  <a:lnTo>
                    <a:pt x="4220" y="4342"/>
                  </a:lnTo>
                  <a:cubicBezTo>
                    <a:pt x="4195" y="2001"/>
                    <a:pt x="2342" y="74"/>
                    <a:pt x="0" y="1"/>
                  </a:cubicBezTo>
                  <a:lnTo>
                    <a:pt x="0" y="1903"/>
                  </a:lnTo>
                  <a:cubicBezTo>
                    <a:pt x="220" y="1928"/>
                    <a:pt x="390" y="2025"/>
                    <a:pt x="537" y="21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6" name="Google Shape;456;p29"/>
            <p:cNvSpPr/>
            <p:nvPr/>
          </p:nvSpPr>
          <p:spPr>
            <a:xfrm>
              <a:off x="3129912" y="3708819"/>
              <a:ext cx="120228" cy="373356"/>
            </a:xfrm>
            <a:custGeom>
              <a:avLst/>
              <a:gdLst/>
              <a:ahLst/>
              <a:cxnLst/>
              <a:rect l="l" t="t" r="r" b="b"/>
              <a:pathLst>
                <a:path w="1367" h="4269" extrusionOk="0">
                  <a:moveTo>
                    <a:pt x="1367" y="3586"/>
                  </a:moveTo>
                  <a:lnTo>
                    <a:pt x="1367" y="854"/>
                  </a:lnTo>
                  <a:cubicBezTo>
                    <a:pt x="1294" y="1"/>
                    <a:pt x="74" y="1"/>
                    <a:pt x="1" y="854"/>
                  </a:cubicBezTo>
                  <a:lnTo>
                    <a:pt x="1" y="3586"/>
                  </a:lnTo>
                  <a:cubicBezTo>
                    <a:pt x="1" y="3976"/>
                    <a:pt x="318" y="4269"/>
                    <a:pt x="684" y="4269"/>
                  </a:cubicBezTo>
                  <a:cubicBezTo>
                    <a:pt x="855" y="4269"/>
                    <a:pt x="1025" y="4196"/>
                    <a:pt x="1172" y="4074"/>
                  </a:cubicBezTo>
                  <a:cubicBezTo>
                    <a:pt x="1294" y="3952"/>
                    <a:pt x="1367" y="3781"/>
                    <a:pt x="1367" y="358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7" name="Google Shape;457;p29"/>
            <p:cNvSpPr/>
            <p:nvPr/>
          </p:nvSpPr>
          <p:spPr>
            <a:xfrm>
              <a:off x="2806080" y="3533904"/>
              <a:ext cx="371149" cy="686979"/>
            </a:xfrm>
            <a:custGeom>
              <a:avLst/>
              <a:gdLst/>
              <a:ahLst/>
              <a:cxnLst/>
              <a:rect l="l" t="t" r="r" b="b"/>
              <a:pathLst>
                <a:path w="4220" h="7855" extrusionOk="0">
                  <a:moveTo>
                    <a:pt x="3390" y="5586"/>
                  </a:moveTo>
                  <a:lnTo>
                    <a:pt x="3390" y="2854"/>
                  </a:lnTo>
                  <a:cubicBezTo>
                    <a:pt x="3390" y="2367"/>
                    <a:pt x="3756" y="1976"/>
                    <a:pt x="4220" y="1903"/>
                  </a:cubicBezTo>
                  <a:lnTo>
                    <a:pt x="4220" y="1"/>
                  </a:lnTo>
                  <a:cubicBezTo>
                    <a:pt x="1878" y="74"/>
                    <a:pt x="25" y="2001"/>
                    <a:pt x="0" y="4342"/>
                  </a:cubicBezTo>
                  <a:lnTo>
                    <a:pt x="0" y="6708"/>
                  </a:lnTo>
                  <a:cubicBezTo>
                    <a:pt x="585" y="7049"/>
                    <a:pt x="1220" y="7342"/>
                    <a:pt x="1854" y="7537"/>
                  </a:cubicBezTo>
                  <a:cubicBezTo>
                    <a:pt x="2561" y="7732"/>
                    <a:pt x="3268" y="7854"/>
                    <a:pt x="4000" y="7830"/>
                  </a:cubicBezTo>
                  <a:lnTo>
                    <a:pt x="4220" y="7830"/>
                  </a:lnTo>
                  <a:lnTo>
                    <a:pt x="4220" y="6562"/>
                  </a:lnTo>
                  <a:cubicBezTo>
                    <a:pt x="3732" y="6488"/>
                    <a:pt x="3390" y="6074"/>
                    <a:pt x="3390" y="558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8" name="Google Shape;458;p29"/>
            <p:cNvSpPr/>
            <p:nvPr/>
          </p:nvSpPr>
          <p:spPr>
            <a:xfrm>
              <a:off x="2806080" y="4150392"/>
              <a:ext cx="767979" cy="684792"/>
            </a:xfrm>
            <a:custGeom>
              <a:avLst/>
              <a:gdLst/>
              <a:ahLst/>
              <a:cxnLst/>
              <a:rect l="l" t="t" r="r" b="b"/>
              <a:pathLst>
                <a:path w="8732" h="7830" extrusionOk="0">
                  <a:moveTo>
                    <a:pt x="6976" y="781"/>
                  </a:moveTo>
                  <a:cubicBezTo>
                    <a:pt x="6244" y="1000"/>
                    <a:pt x="5488" y="1098"/>
                    <a:pt x="4732" y="1098"/>
                  </a:cubicBezTo>
                  <a:lnTo>
                    <a:pt x="4000" y="1098"/>
                  </a:lnTo>
                  <a:cubicBezTo>
                    <a:pt x="2585" y="1098"/>
                    <a:pt x="1220" y="732"/>
                    <a:pt x="0" y="0"/>
                  </a:cubicBezTo>
                  <a:lnTo>
                    <a:pt x="0" y="3586"/>
                  </a:lnTo>
                  <a:cubicBezTo>
                    <a:pt x="73" y="5951"/>
                    <a:pt x="2000" y="7829"/>
                    <a:pt x="4366" y="7829"/>
                  </a:cubicBezTo>
                  <a:cubicBezTo>
                    <a:pt x="6732" y="7829"/>
                    <a:pt x="8658" y="5951"/>
                    <a:pt x="8732" y="3586"/>
                  </a:cubicBezTo>
                  <a:lnTo>
                    <a:pt x="8732" y="0"/>
                  </a:lnTo>
                  <a:cubicBezTo>
                    <a:pt x="8171" y="342"/>
                    <a:pt x="7585" y="610"/>
                    <a:pt x="6976" y="7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9" name="Google Shape;459;p29"/>
            <p:cNvSpPr/>
            <p:nvPr/>
          </p:nvSpPr>
          <p:spPr>
            <a:xfrm>
              <a:off x="3505371" y="4248519"/>
              <a:ext cx="34388" cy="266658"/>
            </a:xfrm>
            <a:custGeom>
              <a:avLst/>
              <a:gdLst/>
              <a:ahLst/>
              <a:cxnLst/>
              <a:rect l="l" t="t" r="r" b="b"/>
              <a:pathLst>
                <a:path w="391" h="3049" extrusionOk="0">
                  <a:moveTo>
                    <a:pt x="0" y="195"/>
                  </a:moveTo>
                  <a:cubicBezTo>
                    <a:pt x="0" y="98"/>
                    <a:pt x="98" y="0"/>
                    <a:pt x="195" y="0"/>
                  </a:cubicBezTo>
                  <a:cubicBezTo>
                    <a:pt x="317" y="0"/>
                    <a:pt x="390" y="98"/>
                    <a:pt x="390" y="195"/>
                  </a:cubicBezTo>
                  <a:lnTo>
                    <a:pt x="390" y="1927"/>
                  </a:lnTo>
                  <a:cubicBezTo>
                    <a:pt x="390" y="2025"/>
                    <a:pt x="317" y="2122"/>
                    <a:pt x="195" y="2122"/>
                  </a:cubicBezTo>
                  <a:cubicBezTo>
                    <a:pt x="98" y="2122"/>
                    <a:pt x="0" y="2025"/>
                    <a:pt x="0" y="1927"/>
                  </a:cubicBezTo>
                  <a:close/>
                  <a:moveTo>
                    <a:pt x="0" y="2537"/>
                  </a:moveTo>
                  <a:cubicBezTo>
                    <a:pt x="0" y="2439"/>
                    <a:pt x="98" y="2342"/>
                    <a:pt x="195" y="2342"/>
                  </a:cubicBezTo>
                  <a:cubicBezTo>
                    <a:pt x="317" y="2342"/>
                    <a:pt x="390" y="2439"/>
                    <a:pt x="390" y="2537"/>
                  </a:cubicBezTo>
                  <a:lnTo>
                    <a:pt x="390" y="2854"/>
                  </a:lnTo>
                  <a:cubicBezTo>
                    <a:pt x="390" y="2951"/>
                    <a:pt x="317" y="3049"/>
                    <a:pt x="195" y="3049"/>
                  </a:cubicBezTo>
                  <a:cubicBezTo>
                    <a:pt x="73" y="3049"/>
                    <a:pt x="0" y="2951"/>
                    <a:pt x="0" y="28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60" name="Google Shape;460;p29"/>
            <p:cNvSpPr/>
            <p:nvPr/>
          </p:nvSpPr>
          <p:spPr>
            <a:xfrm>
              <a:off x="3202911" y="3533904"/>
              <a:ext cx="371149" cy="633630"/>
            </a:xfrm>
            <a:custGeom>
              <a:avLst/>
              <a:gdLst/>
              <a:ahLst/>
              <a:cxnLst/>
              <a:rect l="l" t="t" r="r" b="b"/>
              <a:pathLst>
                <a:path w="4220" h="7245" extrusionOk="0">
                  <a:moveTo>
                    <a:pt x="3610" y="4635"/>
                  </a:moveTo>
                  <a:lnTo>
                    <a:pt x="3610" y="7001"/>
                  </a:lnTo>
                  <a:cubicBezTo>
                    <a:pt x="3464" y="7098"/>
                    <a:pt x="3317" y="7171"/>
                    <a:pt x="3171" y="7244"/>
                  </a:cubicBezTo>
                  <a:cubicBezTo>
                    <a:pt x="3537" y="7098"/>
                    <a:pt x="3878" y="6903"/>
                    <a:pt x="4220" y="6708"/>
                  </a:cubicBezTo>
                  <a:lnTo>
                    <a:pt x="4220" y="4342"/>
                  </a:lnTo>
                  <a:cubicBezTo>
                    <a:pt x="4195" y="2001"/>
                    <a:pt x="2342" y="74"/>
                    <a:pt x="0" y="1"/>
                  </a:cubicBezTo>
                  <a:lnTo>
                    <a:pt x="0" y="342"/>
                  </a:lnTo>
                  <a:cubicBezTo>
                    <a:pt x="2073" y="732"/>
                    <a:pt x="3586" y="2537"/>
                    <a:pt x="3610" y="463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61" name="Google Shape;461;p29"/>
            <p:cNvSpPr/>
            <p:nvPr/>
          </p:nvSpPr>
          <p:spPr>
            <a:xfrm>
              <a:off x="3329471" y="4150392"/>
              <a:ext cx="246788" cy="667738"/>
            </a:xfrm>
            <a:custGeom>
              <a:avLst/>
              <a:gdLst/>
              <a:ahLst/>
              <a:cxnLst/>
              <a:rect l="l" t="t" r="r" b="b"/>
              <a:pathLst>
                <a:path w="2806" h="7635" extrusionOk="0">
                  <a:moveTo>
                    <a:pt x="2781" y="0"/>
                  </a:moveTo>
                  <a:cubicBezTo>
                    <a:pt x="2586" y="122"/>
                    <a:pt x="2366" y="244"/>
                    <a:pt x="2171" y="342"/>
                  </a:cubicBezTo>
                  <a:lnTo>
                    <a:pt x="2171" y="1122"/>
                  </a:lnTo>
                  <a:lnTo>
                    <a:pt x="2195" y="1122"/>
                  </a:lnTo>
                  <a:cubicBezTo>
                    <a:pt x="2317" y="1122"/>
                    <a:pt x="2390" y="1220"/>
                    <a:pt x="2390" y="1317"/>
                  </a:cubicBezTo>
                  <a:lnTo>
                    <a:pt x="2390" y="3049"/>
                  </a:lnTo>
                  <a:cubicBezTo>
                    <a:pt x="2390" y="3147"/>
                    <a:pt x="2317" y="3244"/>
                    <a:pt x="2195" y="3244"/>
                  </a:cubicBezTo>
                  <a:lnTo>
                    <a:pt x="2171" y="3244"/>
                  </a:lnTo>
                  <a:lnTo>
                    <a:pt x="2171" y="3464"/>
                  </a:lnTo>
                  <a:lnTo>
                    <a:pt x="2195" y="3464"/>
                  </a:lnTo>
                  <a:cubicBezTo>
                    <a:pt x="2317" y="3464"/>
                    <a:pt x="2390" y="3561"/>
                    <a:pt x="2390" y="3683"/>
                  </a:cubicBezTo>
                  <a:lnTo>
                    <a:pt x="2390" y="3976"/>
                  </a:lnTo>
                  <a:cubicBezTo>
                    <a:pt x="2390" y="4098"/>
                    <a:pt x="2317" y="4171"/>
                    <a:pt x="2195" y="4171"/>
                  </a:cubicBezTo>
                  <a:lnTo>
                    <a:pt x="2171" y="4171"/>
                  </a:lnTo>
                  <a:cubicBezTo>
                    <a:pt x="2049" y="5610"/>
                    <a:pt x="1244" y="6903"/>
                    <a:pt x="0" y="7634"/>
                  </a:cubicBezTo>
                  <a:cubicBezTo>
                    <a:pt x="1683" y="6976"/>
                    <a:pt x="2781" y="5366"/>
                    <a:pt x="2805" y="358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62" name="Google Shape;462;p29"/>
            <p:cNvSpPr/>
            <p:nvPr/>
          </p:nvSpPr>
          <p:spPr>
            <a:xfrm>
              <a:off x="3138531" y="3728060"/>
              <a:ext cx="111609" cy="373356"/>
            </a:xfrm>
            <a:custGeom>
              <a:avLst/>
              <a:gdLst/>
              <a:ahLst/>
              <a:cxnLst/>
              <a:rect l="l" t="t" r="r" b="b"/>
              <a:pathLst>
                <a:path w="1269" h="4269" extrusionOk="0">
                  <a:moveTo>
                    <a:pt x="879" y="317"/>
                  </a:moveTo>
                  <a:lnTo>
                    <a:pt x="879" y="3049"/>
                  </a:lnTo>
                  <a:cubicBezTo>
                    <a:pt x="879" y="3439"/>
                    <a:pt x="586" y="3732"/>
                    <a:pt x="220" y="3732"/>
                  </a:cubicBezTo>
                  <a:cubicBezTo>
                    <a:pt x="147" y="3732"/>
                    <a:pt x="74" y="3732"/>
                    <a:pt x="1" y="3707"/>
                  </a:cubicBezTo>
                  <a:cubicBezTo>
                    <a:pt x="25" y="3756"/>
                    <a:pt x="74" y="3805"/>
                    <a:pt x="123" y="3854"/>
                  </a:cubicBezTo>
                  <a:cubicBezTo>
                    <a:pt x="537" y="4268"/>
                    <a:pt x="1244" y="3976"/>
                    <a:pt x="1269" y="3366"/>
                  </a:cubicBezTo>
                  <a:lnTo>
                    <a:pt x="1269" y="634"/>
                  </a:lnTo>
                  <a:cubicBezTo>
                    <a:pt x="1269" y="464"/>
                    <a:pt x="1196" y="293"/>
                    <a:pt x="1074" y="147"/>
                  </a:cubicBezTo>
                  <a:cubicBezTo>
                    <a:pt x="976" y="73"/>
                    <a:pt x="903" y="25"/>
                    <a:pt x="805" y="0"/>
                  </a:cubicBezTo>
                  <a:cubicBezTo>
                    <a:pt x="854" y="98"/>
                    <a:pt x="879" y="195"/>
                    <a:pt x="879" y="31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grpSp>
        <p:nvGrpSpPr>
          <p:cNvPr id="479" name="Google Shape;479;p31"/>
          <p:cNvGrpSpPr/>
          <p:nvPr/>
        </p:nvGrpSpPr>
        <p:grpSpPr>
          <a:xfrm>
            <a:off x="4754850" y="3195960"/>
            <a:ext cx="3771900" cy="1412550"/>
            <a:chOff x="4754850" y="1600325"/>
            <a:chExt cx="3771900" cy="1412550"/>
          </a:xfrm>
        </p:grpSpPr>
        <p:sp>
          <p:nvSpPr>
            <p:cNvPr id="480" name="Google Shape;480;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81" name="Google Shape;481;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482" name="Google Shape;482;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83" name="Google Shape;483;p31"/>
          <p:cNvGrpSpPr/>
          <p:nvPr/>
        </p:nvGrpSpPr>
        <p:grpSpPr>
          <a:xfrm>
            <a:off x="715100" y="3195863"/>
            <a:ext cx="3771900" cy="1412550"/>
            <a:chOff x="4754850" y="1600325"/>
            <a:chExt cx="3771900" cy="1412550"/>
          </a:xfrm>
        </p:grpSpPr>
        <p:sp>
          <p:nvSpPr>
            <p:cNvPr id="484" name="Google Shape;484;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85" name="Google Shape;485;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486" name="Google Shape;486;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87" name="Google Shape;487;p31"/>
          <p:cNvGrpSpPr/>
          <p:nvPr/>
        </p:nvGrpSpPr>
        <p:grpSpPr>
          <a:xfrm>
            <a:off x="715100" y="1600313"/>
            <a:ext cx="3771900" cy="1412550"/>
            <a:chOff x="4754850" y="1600325"/>
            <a:chExt cx="3771900" cy="1412550"/>
          </a:xfrm>
        </p:grpSpPr>
        <p:sp>
          <p:nvSpPr>
            <p:cNvPr id="488" name="Google Shape;488;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89" name="Google Shape;489;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490" name="Google Shape;490;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91" name="Google Shape;491;p31"/>
          <p:cNvGrpSpPr/>
          <p:nvPr/>
        </p:nvGrpSpPr>
        <p:grpSpPr>
          <a:xfrm>
            <a:off x="4754850" y="1600313"/>
            <a:ext cx="3771900" cy="1412550"/>
            <a:chOff x="4754850" y="1600325"/>
            <a:chExt cx="3771900" cy="1412550"/>
          </a:xfrm>
        </p:grpSpPr>
        <p:sp>
          <p:nvSpPr>
            <p:cNvPr id="492" name="Google Shape;492;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93" name="Google Shape;493;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494" name="Google Shape;494;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95" name="Google Shape;495;p31"/>
          <p:cNvSpPr txBox="1">
            <a:spLocks noGrp="1"/>
          </p:cNvSpPr>
          <p:nvPr>
            <p:ph type="subTitle" idx="1"/>
          </p:nvPr>
        </p:nvSpPr>
        <p:spPr>
          <a:xfrm>
            <a:off x="1957976" y="1802875"/>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GIT</a:t>
            </a:r>
            <a:r>
              <a:rPr lang="zh-CN" altLang="en-US" b="1" dirty="0"/>
              <a:t>是什么</a:t>
            </a:r>
            <a:endParaRPr lang="en-GB" b="1" dirty="0"/>
          </a:p>
        </p:txBody>
      </p:sp>
      <p:sp>
        <p:nvSpPr>
          <p:cNvPr id="496" name="Google Shape;496;p31"/>
          <p:cNvSpPr txBox="1">
            <a:spLocks noGrp="1"/>
          </p:cNvSpPr>
          <p:nvPr>
            <p:ph type="subTitle" idx="2"/>
          </p:nvPr>
        </p:nvSpPr>
        <p:spPr>
          <a:xfrm>
            <a:off x="1957955" y="3398992"/>
            <a:ext cx="2474797" cy="54885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zh-CN" altLang="en-US" dirty="0"/>
              <a:t>稍作拓展</a:t>
            </a:r>
            <a:endParaRPr lang="en-GB" dirty="0"/>
          </a:p>
        </p:txBody>
      </p:sp>
      <p:sp>
        <p:nvSpPr>
          <p:cNvPr id="497" name="Google Shape;497;p31"/>
          <p:cNvSpPr txBox="1">
            <a:spLocks noGrp="1"/>
          </p:cNvSpPr>
          <p:nvPr>
            <p:ph type="subTitle" idx="3"/>
          </p:nvPr>
        </p:nvSpPr>
        <p:spPr>
          <a:xfrm>
            <a:off x="5997466" y="1803588"/>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zh-CN" dirty="0"/>
              <a:t>GIT</a:t>
            </a:r>
            <a:r>
              <a:rPr lang="zh-CN" altLang="en-US" dirty="0"/>
              <a:t>的核心操作</a:t>
            </a:r>
            <a:endParaRPr lang="en-GB" dirty="0"/>
          </a:p>
        </p:txBody>
      </p:sp>
      <p:sp>
        <p:nvSpPr>
          <p:cNvPr id="498" name="Google Shape;498;p31"/>
          <p:cNvSpPr txBox="1">
            <a:spLocks noGrp="1"/>
          </p:cNvSpPr>
          <p:nvPr>
            <p:ph type="title"/>
          </p:nvPr>
        </p:nvSpPr>
        <p:spPr>
          <a:xfrm>
            <a:off x="769317" y="1802875"/>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01</a:t>
            </a:r>
          </a:p>
        </p:txBody>
      </p:sp>
      <p:sp>
        <p:nvSpPr>
          <p:cNvPr id="499" name="Google Shape;499;p31"/>
          <p:cNvSpPr txBox="1">
            <a:spLocks noGrp="1"/>
          </p:cNvSpPr>
          <p:nvPr>
            <p:ph type="subTitle" idx="5"/>
          </p:nvPr>
        </p:nvSpPr>
        <p:spPr>
          <a:xfrm>
            <a:off x="1957976" y="2261521"/>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What is git?</a:t>
            </a:r>
          </a:p>
        </p:txBody>
      </p:sp>
      <p:sp>
        <p:nvSpPr>
          <p:cNvPr id="500" name="Google Shape;500;p31"/>
          <p:cNvSpPr txBox="1">
            <a:spLocks noGrp="1"/>
          </p:cNvSpPr>
          <p:nvPr>
            <p:ph type="title" idx="6"/>
          </p:nvPr>
        </p:nvSpPr>
        <p:spPr>
          <a:xfrm>
            <a:off x="4808859" y="1803600"/>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02</a:t>
            </a:r>
          </a:p>
        </p:txBody>
      </p:sp>
      <p:sp>
        <p:nvSpPr>
          <p:cNvPr id="501" name="Google Shape;501;p31"/>
          <p:cNvSpPr txBox="1">
            <a:spLocks noGrp="1"/>
          </p:cNvSpPr>
          <p:nvPr>
            <p:ph type="subTitle" idx="7"/>
          </p:nvPr>
        </p:nvSpPr>
        <p:spPr>
          <a:xfrm>
            <a:off x="5997466" y="2260800"/>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Several key commands in git</a:t>
            </a:r>
          </a:p>
        </p:txBody>
      </p:sp>
      <p:sp>
        <p:nvSpPr>
          <p:cNvPr id="502" name="Google Shape;502;p31"/>
          <p:cNvSpPr txBox="1">
            <a:spLocks noGrp="1"/>
          </p:cNvSpPr>
          <p:nvPr>
            <p:ph type="title" idx="8"/>
          </p:nvPr>
        </p:nvSpPr>
        <p:spPr>
          <a:xfrm>
            <a:off x="769347" y="3399150"/>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03</a:t>
            </a:r>
          </a:p>
        </p:txBody>
      </p:sp>
      <p:sp>
        <p:nvSpPr>
          <p:cNvPr id="503" name="Google Shape;503;p31"/>
          <p:cNvSpPr txBox="1">
            <a:spLocks noGrp="1"/>
          </p:cNvSpPr>
          <p:nvPr>
            <p:ph type="subTitle" idx="9"/>
          </p:nvPr>
        </p:nvSpPr>
        <p:spPr>
          <a:xfrm>
            <a:off x="1957956" y="3856343"/>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t>More useful commands</a:t>
            </a:r>
            <a:endParaRPr lang="en-GB" dirty="0"/>
          </a:p>
        </p:txBody>
      </p:sp>
      <p:sp>
        <p:nvSpPr>
          <p:cNvPr id="504" name="Google Shape;504;p31"/>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Table of contents</a:t>
            </a:r>
          </a:p>
        </p:txBody>
      </p:sp>
      <p:sp>
        <p:nvSpPr>
          <p:cNvPr id="505" name="Google Shape;505;p31"/>
          <p:cNvSpPr txBox="1">
            <a:spLocks noGrp="1"/>
          </p:cNvSpPr>
          <p:nvPr>
            <p:ph type="subTitle" idx="4"/>
          </p:nvPr>
        </p:nvSpPr>
        <p:spPr>
          <a:xfrm>
            <a:off x="6043506" y="3399143"/>
            <a:ext cx="22860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zh-CN" altLang="en-US" dirty="0"/>
              <a:t>一些说明</a:t>
            </a:r>
            <a:endParaRPr lang="en-GB" dirty="0"/>
          </a:p>
        </p:txBody>
      </p:sp>
      <p:sp>
        <p:nvSpPr>
          <p:cNvPr id="506" name="Google Shape;506;p31"/>
          <p:cNvSpPr txBox="1">
            <a:spLocks noGrp="1"/>
          </p:cNvSpPr>
          <p:nvPr>
            <p:ph type="title" idx="13"/>
          </p:nvPr>
        </p:nvSpPr>
        <p:spPr>
          <a:xfrm>
            <a:off x="4854897" y="3399143"/>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04</a:t>
            </a:r>
          </a:p>
        </p:txBody>
      </p:sp>
      <p:sp>
        <p:nvSpPr>
          <p:cNvPr id="507" name="Google Shape;507;p31"/>
          <p:cNvSpPr txBox="1">
            <a:spLocks noGrp="1"/>
          </p:cNvSpPr>
          <p:nvPr>
            <p:ph type="subTitle" idx="14"/>
          </p:nvPr>
        </p:nvSpPr>
        <p:spPr>
          <a:xfrm>
            <a:off x="6043506" y="3856343"/>
            <a:ext cx="22860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t>Some explanations</a:t>
            </a:r>
            <a:endParaRPr lang="en-GB" dirty="0"/>
          </a:p>
        </p:txBody>
      </p:sp>
      <p:sp>
        <p:nvSpPr>
          <p:cNvPr id="508" name="Google Shape;508;p31"/>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09" name="Google Shape;509;p31"/>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10" name="Google Shape;510;p31"/>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50" y="679350"/>
            <a:ext cx="13683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01</a:t>
            </a:r>
          </a:p>
        </p:txBody>
      </p:sp>
      <p:sp>
        <p:nvSpPr>
          <p:cNvPr id="546" name="Google Shape;546;p32"/>
          <p:cNvSpPr txBox="1">
            <a:spLocks noGrp="1"/>
          </p:cNvSpPr>
          <p:nvPr>
            <p:ph type="title"/>
          </p:nvPr>
        </p:nvSpPr>
        <p:spPr>
          <a:xfrm>
            <a:off x="1828800" y="2114550"/>
            <a:ext cx="54864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GIT</a:t>
            </a:r>
            <a:r>
              <a:rPr lang="zh-CN" altLang="en-US" dirty="0"/>
              <a:t>是什么</a:t>
            </a:r>
            <a:endParaRPr lang="en-GB" dirty="0"/>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286000" y="3952891"/>
            <a:ext cx="45720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zh-CN" b="0" i="0" dirty="0">
                <a:solidFill>
                  <a:srgbClr val="1F2937"/>
                </a:solidFill>
                <a:effectLst/>
              </a:rPr>
              <a:t>--</a:t>
            </a:r>
            <a:r>
              <a:rPr lang="zh-CN" altLang="en-US" b="0" i="0" dirty="0">
                <a:solidFill>
                  <a:srgbClr val="1F2937"/>
                </a:solidFill>
                <a:effectLst/>
              </a:rPr>
              <a:t>世界上最先进的分布式版本控制系统</a:t>
            </a:r>
            <a:endParaRPr lang="en-GB" dirty="0"/>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grpSp>
        <p:nvGrpSpPr>
          <p:cNvPr id="565" name="Google Shape;565;p33"/>
          <p:cNvGrpSpPr/>
          <p:nvPr/>
        </p:nvGrpSpPr>
        <p:grpSpPr>
          <a:xfrm>
            <a:off x="6351563" y="1232223"/>
            <a:ext cx="1827475" cy="1051350"/>
            <a:chOff x="7146475" y="2190661"/>
            <a:chExt cx="1827475" cy="1051350"/>
          </a:xfrm>
        </p:grpSpPr>
        <p:sp>
          <p:nvSpPr>
            <p:cNvPr id="566" name="Google Shape;566;p33"/>
            <p:cNvSpPr/>
            <p:nvPr/>
          </p:nvSpPr>
          <p:spPr>
            <a:xfrm>
              <a:off x="7236650" y="2282011"/>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567" name="Google Shape;567;p33"/>
            <p:cNvGrpSpPr/>
            <p:nvPr/>
          </p:nvGrpSpPr>
          <p:grpSpPr>
            <a:xfrm>
              <a:off x="7146475" y="2190661"/>
              <a:ext cx="1737300" cy="960000"/>
              <a:chOff x="7146475" y="2190661"/>
              <a:chExt cx="1737300" cy="960000"/>
            </a:xfrm>
          </p:grpSpPr>
          <p:sp>
            <p:nvSpPr>
              <p:cNvPr id="568" name="Google Shape;568;p33"/>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569" name="Google Shape;569;p33"/>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570" name="Google Shape;570;p33"/>
            <p:cNvGrpSpPr/>
            <p:nvPr/>
          </p:nvGrpSpPr>
          <p:grpSpPr>
            <a:xfrm>
              <a:off x="7300659" y="2505003"/>
              <a:ext cx="1428933" cy="514595"/>
              <a:chOff x="7235888" y="1483625"/>
              <a:chExt cx="1428933" cy="514595"/>
            </a:xfrm>
          </p:grpSpPr>
          <p:sp>
            <p:nvSpPr>
              <p:cNvPr id="571" name="Google Shape;571;p33"/>
              <p:cNvSpPr/>
              <p:nvPr/>
            </p:nvSpPr>
            <p:spPr>
              <a:xfrm>
                <a:off x="7235888" y="1871400"/>
                <a:ext cx="1428933" cy="126821"/>
              </a:xfrm>
              <a:custGeom>
                <a:avLst/>
                <a:gdLst/>
                <a:ahLst/>
                <a:cxnLst/>
                <a:rect l="l" t="t" r="r" b="b"/>
                <a:pathLst>
                  <a:path w="37658" h="3342" extrusionOk="0">
                    <a:moveTo>
                      <a:pt x="1615" y="0"/>
                    </a:moveTo>
                    <a:cubicBezTo>
                      <a:pt x="709" y="0"/>
                      <a:pt x="0" y="747"/>
                      <a:pt x="0" y="1659"/>
                    </a:cubicBezTo>
                    <a:cubicBezTo>
                      <a:pt x="0" y="2586"/>
                      <a:pt x="732" y="3342"/>
                      <a:pt x="1659" y="3342"/>
                    </a:cubicBezTo>
                    <a:lnTo>
                      <a:pt x="35999" y="3342"/>
                    </a:lnTo>
                    <a:cubicBezTo>
                      <a:pt x="36902" y="3342"/>
                      <a:pt x="37658" y="2586"/>
                      <a:pt x="37658" y="1659"/>
                    </a:cubicBezTo>
                    <a:cubicBezTo>
                      <a:pt x="37658" y="732"/>
                      <a:pt x="36902" y="1"/>
                      <a:pt x="35999" y="1"/>
                    </a:cubicBezTo>
                    <a:lnTo>
                      <a:pt x="1659" y="1"/>
                    </a:lnTo>
                    <a:cubicBezTo>
                      <a:pt x="1644" y="0"/>
                      <a:pt x="1629" y="0"/>
                      <a:pt x="161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72" name="Google Shape;572;p33"/>
              <p:cNvSpPr/>
              <p:nvPr/>
            </p:nvSpPr>
            <p:spPr>
              <a:xfrm>
                <a:off x="7235888" y="1871400"/>
                <a:ext cx="878275" cy="126821"/>
              </a:xfrm>
              <a:custGeom>
                <a:avLst/>
                <a:gdLst/>
                <a:ahLst/>
                <a:cxnLst/>
                <a:rect l="l" t="t" r="r" b="b"/>
                <a:pathLst>
                  <a:path w="23146" h="3342" extrusionOk="0">
                    <a:moveTo>
                      <a:pt x="1615" y="0"/>
                    </a:moveTo>
                    <a:cubicBezTo>
                      <a:pt x="709" y="0"/>
                      <a:pt x="0" y="747"/>
                      <a:pt x="0" y="1659"/>
                    </a:cubicBezTo>
                    <a:cubicBezTo>
                      <a:pt x="0" y="2586"/>
                      <a:pt x="732" y="3342"/>
                      <a:pt x="1659" y="3342"/>
                    </a:cubicBezTo>
                    <a:lnTo>
                      <a:pt x="23146" y="3342"/>
                    </a:lnTo>
                    <a:lnTo>
                      <a:pt x="23146" y="1"/>
                    </a:lnTo>
                    <a:lnTo>
                      <a:pt x="1659" y="1"/>
                    </a:lnTo>
                    <a:cubicBezTo>
                      <a:pt x="1644" y="0"/>
                      <a:pt x="1629" y="0"/>
                      <a:pt x="1615" y="0"/>
                    </a:cubicBezTo>
                    <a:close/>
                  </a:path>
                </a:pathLst>
              </a:cu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73" name="Google Shape;573;p33"/>
              <p:cNvSpPr/>
              <p:nvPr/>
            </p:nvSpPr>
            <p:spPr>
              <a:xfrm>
                <a:off x="7813392" y="1483625"/>
                <a:ext cx="601580" cy="327677"/>
              </a:xfrm>
              <a:custGeom>
                <a:avLst/>
                <a:gdLst/>
                <a:ahLst/>
                <a:cxnLst/>
                <a:rect l="l" t="t" r="r" b="b"/>
                <a:pathLst>
                  <a:path w="15854" h="8635" extrusionOk="0">
                    <a:moveTo>
                      <a:pt x="0" y="0"/>
                    </a:moveTo>
                    <a:lnTo>
                      <a:pt x="0" y="6927"/>
                    </a:lnTo>
                    <a:lnTo>
                      <a:pt x="6415" y="6927"/>
                    </a:lnTo>
                    <a:cubicBezTo>
                      <a:pt x="6707" y="6927"/>
                      <a:pt x="7000" y="7098"/>
                      <a:pt x="7171" y="7366"/>
                    </a:cubicBezTo>
                    <a:lnTo>
                      <a:pt x="7927" y="8634"/>
                    </a:lnTo>
                    <a:lnTo>
                      <a:pt x="8683" y="7366"/>
                    </a:lnTo>
                    <a:cubicBezTo>
                      <a:pt x="8829" y="7098"/>
                      <a:pt x="9122" y="6927"/>
                      <a:pt x="9415" y="6927"/>
                    </a:cubicBezTo>
                    <a:lnTo>
                      <a:pt x="15854" y="6927"/>
                    </a:lnTo>
                    <a:lnTo>
                      <a:pt x="15854" y="0"/>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74" name="Google Shape;574;p33"/>
              <p:cNvSpPr/>
              <p:nvPr/>
            </p:nvSpPr>
            <p:spPr>
              <a:xfrm>
                <a:off x="7913912" y="1585322"/>
                <a:ext cx="396487" cy="56656"/>
              </a:xfrm>
              <a:custGeom>
                <a:avLst/>
                <a:gdLst/>
                <a:ahLst/>
                <a:cxnLst/>
                <a:rect l="l" t="t" r="r" b="b"/>
                <a:pathLst>
                  <a:path w="10449" h="1493" extrusionOk="0">
                    <a:moveTo>
                      <a:pt x="966" y="1"/>
                    </a:moveTo>
                    <a:cubicBezTo>
                      <a:pt x="1" y="1"/>
                      <a:pt x="8" y="1492"/>
                      <a:pt x="988" y="1492"/>
                    </a:cubicBezTo>
                    <a:cubicBezTo>
                      <a:pt x="1003" y="1492"/>
                      <a:pt x="1018" y="1492"/>
                      <a:pt x="1034" y="1491"/>
                    </a:cubicBezTo>
                    <a:lnTo>
                      <a:pt x="9522" y="1491"/>
                    </a:lnTo>
                    <a:cubicBezTo>
                      <a:pt x="10448" y="1418"/>
                      <a:pt x="10448" y="52"/>
                      <a:pt x="9522" y="3"/>
                    </a:cubicBezTo>
                    <a:lnTo>
                      <a:pt x="1034" y="3"/>
                    </a:lnTo>
                    <a:cubicBezTo>
                      <a:pt x="1011" y="2"/>
                      <a:pt x="988" y="1"/>
                      <a:pt x="9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sp>
        <p:nvSpPr>
          <p:cNvPr id="575" name="Google Shape;575;p33"/>
          <p:cNvSpPr txBox="1">
            <a:spLocks noGrp="1"/>
          </p:cNvSpPr>
          <p:nvPr>
            <p:ph type="title"/>
          </p:nvPr>
        </p:nvSpPr>
        <p:spPr>
          <a:xfrm>
            <a:off x="54960" y="1062211"/>
            <a:ext cx="50292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zh-CN" dirty="0"/>
              <a:t>GIT</a:t>
            </a:r>
            <a:endParaRPr lang="en-GB" dirty="0"/>
          </a:p>
        </p:txBody>
      </p:sp>
      <p:sp>
        <p:nvSpPr>
          <p:cNvPr id="576" name="Google Shape;576;p33"/>
          <p:cNvSpPr txBox="1">
            <a:spLocks noGrp="1"/>
          </p:cNvSpPr>
          <p:nvPr>
            <p:ph type="subTitle" idx="1"/>
          </p:nvPr>
        </p:nvSpPr>
        <p:spPr>
          <a:xfrm>
            <a:off x="1563742" y="1704918"/>
            <a:ext cx="4633638" cy="9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b="0" i="0" dirty="0">
                <a:solidFill>
                  <a:srgbClr val="191B1F"/>
                </a:solidFill>
                <a:effectLst/>
              </a:rPr>
              <a:t>Git </a:t>
            </a:r>
            <a:r>
              <a:rPr lang="zh-CN" altLang="en-US" b="0" i="0" dirty="0">
                <a:solidFill>
                  <a:srgbClr val="191B1F"/>
                </a:solidFill>
                <a:effectLst/>
              </a:rPr>
              <a:t>是一种</a:t>
            </a:r>
            <a:r>
              <a:rPr lang="zh-CN" altLang="en-US" b="0" i="0" u="none" strike="noStrike" dirty="0">
                <a:solidFill>
                  <a:srgbClr val="09408E"/>
                </a:solidFill>
                <a:effectLst/>
              </a:rPr>
              <a:t>分布式版本控制系统</a:t>
            </a:r>
            <a:r>
              <a:rPr lang="zh-CN" altLang="en-US" b="0" i="0" dirty="0">
                <a:solidFill>
                  <a:srgbClr val="191B1F"/>
                </a:solidFill>
                <a:effectLst/>
              </a:rPr>
              <a:t>，用于管理软件项目的源代码。它是由 </a:t>
            </a:r>
            <a:r>
              <a:rPr lang="en-US" altLang="zh-CN" b="0" i="0" dirty="0">
                <a:solidFill>
                  <a:srgbClr val="191B1F"/>
                </a:solidFill>
                <a:effectLst/>
              </a:rPr>
              <a:t>Linux </a:t>
            </a:r>
            <a:r>
              <a:rPr lang="zh-CN" altLang="en-US" b="0" i="0" dirty="0">
                <a:solidFill>
                  <a:srgbClr val="191B1F"/>
                </a:solidFill>
                <a:effectLst/>
              </a:rPr>
              <a:t>之父 </a:t>
            </a:r>
            <a:r>
              <a:rPr lang="en-US" altLang="zh-CN" b="0" i="0" u="none" strike="noStrike" dirty="0">
                <a:solidFill>
                  <a:srgbClr val="09408E"/>
                </a:solidFill>
                <a:effectLst/>
              </a:rPr>
              <a:t>Linus Torvalds</a:t>
            </a:r>
            <a:r>
              <a:rPr lang="zh-CN" altLang="en-US" b="0" i="0" dirty="0">
                <a:solidFill>
                  <a:srgbClr val="191B1F"/>
                </a:solidFill>
                <a:effectLst/>
              </a:rPr>
              <a:t> 开发的，并已经成为了现代软件开发领域中最流行的版本控制系统之一。</a:t>
            </a:r>
            <a:endParaRPr lang="en-GB" dirty="0"/>
          </a:p>
        </p:txBody>
      </p:sp>
      <p:grpSp>
        <p:nvGrpSpPr>
          <p:cNvPr id="577" name="Google Shape;577;p33"/>
          <p:cNvGrpSpPr/>
          <p:nvPr/>
        </p:nvGrpSpPr>
        <p:grpSpPr>
          <a:xfrm>
            <a:off x="463651" y="1220603"/>
            <a:ext cx="502899" cy="502899"/>
            <a:chOff x="858700" y="1967475"/>
            <a:chExt cx="605100" cy="605100"/>
          </a:xfrm>
        </p:grpSpPr>
        <p:sp>
          <p:nvSpPr>
            <p:cNvPr id="578" name="Google Shape;578;p33"/>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79" name="Google Shape;579;p33"/>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580" name="Google Shape;580;p33"/>
          <p:cNvGrpSpPr/>
          <p:nvPr/>
        </p:nvGrpSpPr>
        <p:grpSpPr>
          <a:xfrm>
            <a:off x="463651" y="1906497"/>
            <a:ext cx="502800" cy="502800"/>
            <a:chOff x="7014301" y="2017350"/>
            <a:chExt cx="502800" cy="502800"/>
          </a:xfrm>
        </p:grpSpPr>
        <p:sp>
          <p:nvSpPr>
            <p:cNvPr id="581" name="Google Shape;581;p33"/>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82" name="Google Shape;582;p33"/>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583" name="Google Shape;583;p33"/>
          <p:cNvGrpSpPr/>
          <p:nvPr/>
        </p:nvGrpSpPr>
        <p:grpSpPr>
          <a:xfrm>
            <a:off x="463651" y="445094"/>
            <a:ext cx="629846" cy="592514"/>
            <a:chOff x="463701" y="2217961"/>
            <a:chExt cx="629846" cy="592514"/>
          </a:xfrm>
        </p:grpSpPr>
        <p:sp>
          <p:nvSpPr>
            <p:cNvPr id="584" name="Google Shape;584;p33"/>
            <p:cNvSpPr/>
            <p:nvPr/>
          </p:nvSpPr>
          <p:spPr>
            <a:xfrm>
              <a:off x="463701" y="2307675"/>
              <a:ext cx="502800" cy="502800"/>
            </a:xfrm>
            <a:prstGeom prst="roundRect">
              <a:avLst>
                <a:gd name="adj" fmla="val 1510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85" name="Google Shape;585;p33"/>
            <p:cNvSpPr/>
            <p:nvPr/>
          </p:nvSpPr>
          <p:spPr>
            <a:xfrm>
              <a:off x="545925" y="2446300"/>
              <a:ext cx="338328" cy="225549"/>
            </a:xfrm>
            <a:custGeom>
              <a:avLst/>
              <a:gdLst/>
              <a:ahLst/>
              <a:cxnLst/>
              <a:rect l="l" t="t" r="r" b="b"/>
              <a:pathLst>
                <a:path w="8708" h="5806" extrusionOk="0">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86" name="Google Shape;586;p33"/>
            <p:cNvSpPr/>
            <p:nvPr/>
          </p:nvSpPr>
          <p:spPr>
            <a:xfrm>
              <a:off x="555887" y="2446307"/>
              <a:ext cx="318435" cy="106170"/>
            </a:xfrm>
            <a:custGeom>
              <a:avLst/>
              <a:gdLst/>
              <a:ahLst/>
              <a:cxnLst/>
              <a:rect l="l" t="t" r="r" b="b"/>
              <a:pathLst>
                <a:path w="8196" h="2733" extrusionOk="0">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587" name="Google Shape;587;p33"/>
            <p:cNvGrpSpPr/>
            <p:nvPr/>
          </p:nvGrpSpPr>
          <p:grpSpPr>
            <a:xfrm>
              <a:off x="773496" y="2217961"/>
              <a:ext cx="320051" cy="298703"/>
              <a:chOff x="1023863" y="2896525"/>
              <a:chExt cx="240875" cy="219425"/>
            </a:xfrm>
          </p:grpSpPr>
          <p:sp>
            <p:nvSpPr>
              <p:cNvPr id="588" name="Google Shape;588;p33"/>
              <p:cNvSpPr/>
              <p:nvPr/>
            </p:nvSpPr>
            <p:spPr>
              <a:xfrm>
                <a:off x="1023863" y="2896525"/>
                <a:ext cx="240875" cy="219425"/>
              </a:xfrm>
              <a:custGeom>
                <a:avLst/>
                <a:gdLst/>
                <a:ahLst/>
                <a:cxnLst/>
                <a:rect l="l" t="t" r="r" b="b"/>
                <a:pathLst>
                  <a:path w="9635" h="8777" extrusionOk="0">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89" name="Google Shape;589;p33"/>
              <p:cNvSpPr/>
              <p:nvPr/>
            </p:nvSpPr>
            <p:spPr>
              <a:xfrm>
                <a:off x="1111105" y="2959275"/>
                <a:ext cx="54900" cy="93925"/>
              </a:xfrm>
              <a:custGeom>
                <a:avLst/>
                <a:gdLst/>
                <a:ahLst/>
                <a:cxnLst/>
                <a:rect l="l" t="t" r="r" b="b"/>
                <a:pathLst>
                  <a:path w="2196" h="3757" extrusionOk="0">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sp>
        <p:nvSpPr>
          <p:cNvPr id="590" name="Google Shape;590;p33"/>
          <p:cNvSpPr txBox="1"/>
          <p:nvPr/>
        </p:nvSpPr>
        <p:spPr>
          <a:xfrm>
            <a:off x="1655180" y="3752143"/>
            <a:ext cx="1188600" cy="3657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solidFill>
                  <a:schemeClr val="dk1"/>
                </a:solidFill>
                <a:latin typeface="Abadi" panose="020B0604020104020204" pitchFamily="34" charset="0"/>
                <a:ea typeface="Karla"/>
                <a:cs typeface="Karla"/>
                <a:sym typeface="Karla"/>
              </a:rPr>
              <a:t>Meet us</a:t>
            </a:r>
            <a:endParaRPr b="1" dirty="0">
              <a:solidFill>
                <a:schemeClr val="dk1"/>
              </a:solidFill>
              <a:latin typeface="Abadi" panose="020B0604020104020204" pitchFamily="34" charset="0"/>
              <a:ea typeface="Karla"/>
              <a:cs typeface="Karla"/>
              <a:sym typeface="Karla"/>
            </a:endParaRPr>
          </a:p>
        </p:txBody>
      </p:sp>
      <p:sp>
        <p:nvSpPr>
          <p:cNvPr id="591" name="Google Shape;591;p33"/>
          <p:cNvSpPr/>
          <p:nvPr/>
        </p:nvSpPr>
        <p:spPr>
          <a:xfrm rot="-2700000">
            <a:off x="2645303" y="3927767"/>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92" name="Google Shape;592;p33"/>
          <p:cNvSpPr/>
          <p:nvPr/>
        </p:nvSpPr>
        <p:spPr>
          <a:xfrm>
            <a:off x="1646925" y="138165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93" name="Google Shape;593;p33"/>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94" name="Google Shape;594;p33"/>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595" name="Google Shape;595;p33"/>
          <p:cNvGrpSpPr/>
          <p:nvPr/>
        </p:nvGrpSpPr>
        <p:grpSpPr>
          <a:xfrm>
            <a:off x="404600" y="4046486"/>
            <a:ext cx="621000" cy="621000"/>
            <a:chOff x="416300" y="4058211"/>
            <a:chExt cx="621000" cy="621000"/>
          </a:xfrm>
        </p:grpSpPr>
        <p:sp>
          <p:nvSpPr>
            <p:cNvPr id="596" name="Google Shape;596;p33"/>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97" name="Google Shape;597;p33"/>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
        <p:nvSpPr>
          <p:cNvPr id="35" name="Google Shape;576;p33">
            <a:extLst>
              <a:ext uri="{FF2B5EF4-FFF2-40B4-BE49-F238E27FC236}">
                <a16:creationId xmlns:a16="http://schemas.microsoft.com/office/drawing/2014/main" id="{373D81E0-F0D4-471B-943E-0D7285613A81}"/>
              </a:ext>
            </a:extLst>
          </p:cNvPr>
          <p:cNvSpPr txBox="1">
            <a:spLocks/>
          </p:cNvSpPr>
          <p:nvPr/>
        </p:nvSpPr>
        <p:spPr>
          <a:xfrm>
            <a:off x="1563742" y="2586360"/>
            <a:ext cx="6016516" cy="914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Abadi" panose="020B0604020104020204" pitchFamily="34" charset="0"/>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altLang="zh-CN" dirty="0">
                <a:solidFill>
                  <a:srgbClr val="191B1F"/>
                </a:solidFill>
              </a:rPr>
              <a:t>Ps:</a:t>
            </a:r>
            <a:r>
              <a:rPr lang="zh-CN" altLang="en-US" dirty="0">
                <a:solidFill>
                  <a:srgbClr val="191B1F"/>
                </a:solidFill>
              </a:rPr>
              <a:t>分布式是指每台本地机器上都有一个完整的仓库副本，而不是由一个统一的中央服务器作为版本控制中心。</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1CF8CA4-3460-4925-B620-8A1ACBFF16DA}"/>
              </a:ext>
            </a:extLst>
          </p:cNvPr>
          <p:cNvSpPr>
            <a:spLocks noGrp="1"/>
          </p:cNvSpPr>
          <p:nvPr>
            <p:ph type="title"/>
          </p:nvPr>
        </p:nvSpPr>
        <p:spPr/>
        <p:txBody>
          <a:bodyPr/>
          <a:lstStyle/>
          <a:p>
            <a:r>
              <a:rPr lang="zh-CN" altLang="en-US" dirty="0"/>
              <a:t>举个栗子</a:t>
            </a:r>
          </a:p>
        </p:txBody>
      </p:sp>
      <p:sp>
        <p:nvSpPr>
          <p:cNvPr id="5" name="文本占位符 4">
            <a:extLst>
              <a:ext uri="{FF2B5EF4-FFF2-40B4-BE49-F238E27FC236}">
                <a16:creationId xmlns:a16="http://schemas.microsoft.com/office/drawing/2014/main" id="{4B288055-3881-40F1-90D5-25EDAC21902B}"/>
              </a:ext>
            </a:extLst>
          </p:cNvPr>
          <p:cNvSpPr>
            <a:spLocks noGrp="1"/>
          </p:cNvSpPr>
          <p:nvPr>
            <p:ph type="body" idx="1"/>
          </p:nvPr>
        </p:nvSpPr>
        <p:spPr>
          <a:xfrm>
            <a:off x="339436" y="1301168"/>
            <a:ext cx="5604580" cy="1270582"/>
          </a:xfrm>
        </p:spPr>
        <p:txBody>
          <a:bodyPr/>
          <a:lstStyle/>
          <a:p>
            <a:pPr marL="139700" indent="0" algn="l">
              <a:buNone/>
            </a:pPr>
            <a:r>
              <a:rPr lang="zh-CN" altLang="en-US" sz="1400" b="1" i="0" dirty="0">
                <a:solidFill>
                  <a:srgbClr val="1F2937"/>
                </a:solidFill>
                <a:effectLst/>
                <a:latin typeface="Karla" pitchFamily="2" charset="0"/>
                <a:ea typeface="Karla" pitchFamily="2" charset="0"/>
              </a:rPr>
              <a:t>想删除一个段落，又怕将来想恢复找不回来怎么办？有办法，先把当前文件“另存为</a:t>
            </a:r>
            <a:r>
              <a:rPr lang="en-US" altLang="zh-CN" sz="1400" b="1" i="0" dirty="0">
                <a:solidFill>
                  <a:srgbClr val="1F2937"/>
                </a:solidFill>
                <a:effectLst/>
                <a:latin typeface="Karla" pitchFamily="2" charset="0"/>
                <a:ea typeface="Karla" pitchFamily="2" charset="0"/>
              </a:rPr>
              <a:t>……”</a:t>
            </a:r>
            <a:r>
              <a:rPr lang="zh-CN" altLang="en-US" sz="1400" b="1" i="0" dirty="0">
                <a:solidFill>
                  <a:srgbClr val="1F2937"/>
                </a:solidFill>
                <a:effectLst/>
                <a:latin typeface="Karla" pitchFamily="2" charset="0"/>
                <a:ea typeface="Karla" pitchFamily="2" charset="0"/>
              </a:rPr>
              <a:t>一个新的</a:t>
            </a:r>
            <a:r>
              <a:rPr lang="en-US" altLang="zh-CN" sz="1400" b="1" i="0" dirty="0">
                <a:solidFill>
                  <a:srgbClr val="1F2937"/>
                </a:solidFill>
                <a:effectLst/>
                <a:latin typeface="Karla" pitchFamily="2" charset="0"/>
                <a:ea typeface="Karla" pitchFamily="2" charset="0"/>
              </a:rPr>
              <a:t>Word</a:t>
            </a:r>
            <a:r>
              <a:rPr lang="zh-CN" altLang="en-US" sz="1400" b="1" i="0" dirty="0">
                <a:solidFill>
                  <a:srgbClr val="1F2937"/>
                </a:solidFill>
                <a:effectLst/>
                <a:latin typeface="Karla" pitchFamily="2" charset="0"/>
                <a:ea typeface="Karla" pitchFamily="2" charset="0"/>
              </a:rPr>
              <a:t>文件，再接着改，改到一定程度，再“另存为</a:t>
            </a:r>
            <a:r>
              <a:rPr lang="en-US" altLang="zh-CN" sz="1400" b="1" i="0" dirty="0">
                <a:solidFill>
                  <a:srgbClr val="1F2937"/>
                </a:solidFill>
                <a:effectLst/>
                <a:latin typeface="Karla" pitchFamily="2" charset="0"/>
                <a:ea typeface="Karla" pitchFamily="2" charset="0"/>
              </a:rPr>
              <a:t>……”</a:t>
            </a:r>
            <a:r>
              <a:rPr lang="zh-CN" altLang="en-US" sz="1400" b="1" i="0" dirty="0">
                <a:solidFill>
                  <a:srgbClr val="1F2937"/>
                </a:solidFill>
                <a:effectLst/>
                <a:latin typeface="Karla" pitchFamily="2" charset="0"/>
                <a:ea typeface="Karla" pitchFamily="2" charset="0"/>
              </a:rPr>
              <a:t>一个新文件，这样一直改下去，最后你的</a:t>
            </a:r>
            <a:r>
              <a:rPr lang="en-US" altLang="zh-CN" sz="1400" b="1" i="0" dirty="0">
                <a:solidFill>
                  <a:srgbClr val="1F2937"/>
                </a:solidFill>
                <a:effectLst/>
                <a:latin typeface="Karla" pitchFamily="2" charset="0"/>
                <a:ea typeface="Karla" pitchFamily="2" charset="0"/>
              </a:rPr>
              <a:t>Word</a:t>
            </a:r>
            <a:r>
              <a:rPr lang="zh-CN" altLang="en-US" sz="1400" b="1" i="0" dirty="0">
                <a:solidFill>
                  <a:srgbClr val="1F2937"/>
                </a:solidFill>
                <a:effectLst/>
                <a:latin typeface="Karla" pitchFamily="2" charset="0"/>
                <a:ea typeface="Karla" pitchFamily="2" charset="0"/>
              </a:rPr>
              <a:t>文档变成了这样：</a:t>
            </a:r>
            <a:endParaRPr lang="zh-CN" altLang="en-US" sz="1400" b="1" dirty="0">
              <a:latin typeface="Karla" pitchFamily="2" charset="0"/>
              <a:ea typeface="Karla" pitchFamily="2" charset="0"/>
            </a:endParaRPr>
          </a:p>
        </p:txBody>
      </p:sp>
      <p:pic>
        <p:nvPicPr>
          <p:cNvPr id="6" name="图片 5">
            <a:extLst>
              <a:ext uri="{FF2B5EF4-FFF2-40B4-BE49-F238E27FC236}">
                <a16:creationId xmlns:a16="http://schemas.microsoft.com/office/drawing/2014/main" id="{38024DD4-BC44-4001-89C9-B39F172A8E6B}"/>
              </a:ext>
            </a:extLst>
          </p:cNvPr>
          <p:cNvPicPr>
            <a:picLocks noChangeAspect="1"/>
          </p:cNvPicPr>
          <p:nvPr/>
        </p:nvPicPr>
        <p:blipFill>
          <a:blip r:embed="rId2"/>
          <a:stretch>
            <a:fillRect/>
          </a:stretch>
        </p:blipFill>
        <p:spPr>
          <a:xfrm>
            <a:off x="5944016" y="1316400"/>
            <a:ext cx="2642867" cy="1825118"/>
          </a:xfrm>
          <a:prstGeom prst="rect">
            <a:avLst/>
          </a:prstGeom>
        </p:spPr>
      </p:pic>
      <p:sp>
        <p:nvSpPr>
          <p:cNvPr id="7" name="文本占位符 4">
            <a:extLst>
              <a:ext uri="{FF2B5EF4-FFF2-40B4-BE49-F238E27FC236}">
                <a16:creationId xmlns:a16="http://schemas.microsoft.com/office/drawing/2014/main" id="{BDBCE16A-1B8C-4CA2-9D62-1A3A76CBBA0E}"/>
              </a:ext>
            </a:extLst>
          </p:cNvPr>
          <p:cNvSpPr txBox="1">
            <a:spLocks/>
          </p:cNvSpPr>
          <p:nvPr/>
        </p:nvSpPr>
        <p:spPr>
          <a:xfrm>
            <a:off x="339436" y="2571750"/>
            <a:ext cx="5604580" cy="12705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marL="139700" indent="0" algn="l">
              <a:buFont typeface="Karla"/>
              <a:buNone/>
            </a:pPr>
            <a:r>
              <a:rPr lang="zh-CN" altLang="en-US" sz="1400" b="1" dirty="0">
                <a:solidFill>
                  <a:srgbClr val="1F2937"/>
                </a:solidFill>
                <a:latin typeface="Karla" pitchFamily="2" charset="0"/>
                <a:ea typeface="Karla" pitchFamily="2" charset="0"/>
              </a:rPr>
              <a:t>而当你再次想去寻找某个版本的文件时，往往已经忘记到底谁是谁了，</a:t>
            </a:r>
            <a:r>
              <a:rPr lang="zh-CN" altLang="en-US" sz="1400" b="0" i="0" dirty="0">
                <a:solidFill>
                  <a:srgbClr val="1F2937"/>
                </a:solidFill>
                <a:effectLst/>
              </a:rPr>
              <a:t>看着一堆乱七八糟的文件，想保留最新的一个，然后把其他的删掉，</a:t>
            </a:r>
            <a:r>
              <a:rPr lang="zh-CN" altLang="en-US" sz="1400" b="1" i="0" dirty="0">
                <a:solidFill>
                  <a:srgbClr val="1F2937"/>
                </a:solidFill>
                <a:effectLst/>
              </a:rPr>
              <a:t>又怕哪天会用上而不敢删</a:t>
            </a:r>
            <a:r>
              <a:rPr lang="zh-CN" altLang="en-US" sz="1400" b="0" i="0" dirty="0">
                <a:solidFill>
                  <a:srgbClr val="1F2937"/>
                </a:solidFill>
                <a:effectLst/>
              </a:rPr>
              <a:t>，更重要的是如果此时要和同事共同处理这个项目，</a:t>
            </a:r>
            <a:r>
              <a:rPr lang="zh-CN" altLang="en-US" sz="1400" b="0" i="0" dirty="0">
                <a:solidFill>
                  <a:srgbClr val="1F2937"/>
                </a:solidFill>
                <a:effectLst/>
                <a:latin typeface="Karla" pitchFamily="2" charset="0"/>
                <a:ea typeface="Karla" pitchFamily="2" charset="0"/>
              </a:rPr>
              <a:t>于是你把文件</a:t>
            </a:r>
            <a:r>
              <a:rPr lang="en-US" altLang="zh-CN" sz="1400" b="0" i="0" dirty="0">
                <a:solidFill>
                  <a:srgbClr val="1F2937"/>
                </a:solidFill>
                <a:effectLst/>
                <a:latin typeface="Karla" pitchFamily="2" charset="0"/>
                <a:ea typeface="Karla" pitchFamily="2" charset="0"/>
              </a:rPr>
              <a:t>Copy</a:t>
            </a:r>
            <a:r>
              <a:rPr lang="zh-CN" altLang="en-US" sz="1400" b="0" i="0" dirty="0">
                <a:solidFill>
                  <a:srgbClr val="1F2937"/>
                </a:solidFill>
                <a:effectLst/>
                <a:latin typeface="Karla" pitchFamily="2" charset="0"/>
                <a:ea typeface="Karla" pitchFamily="2" charset="0"/>
              </a:rPr>
              <a:t>到</a:t>
            </a:r>
            <a:r>
              <a:rPr lang="en-US" altLang="zh-CN" sz="1400" b="0" i="0" dirty="0">
                <a:solidFill>
                  <a:srgbClr val="1F2937"/>
                </a:solidFill>
                <a:effectLst/>
                <a:latin typeface="Karla" pitchFamily="2" charset="0"/>
                <a:ea typeface="Karla" pitchFamily="2" charset="0"/>
              </a:rPr>
              <a:t>U</a:t>
            </a:r>
            <a:r>
              <a:rPr lang="zh-CN" altLang="en-US" sz="1400" b="0" i="0" dirty="0">
                <a:solidFill>
                  <a:srgbClr val="1F2937"/>
                </a:solidFill>
                <a:effectLst/>
                <a:latin typeface="Karla" pitchFamily="2" charset="0"/>
                <a:ea typeface="Karla" pitchFamily="2" charset="0"/>
              </a:rPr>
              <a:t>盘里给她，然后，你继续修改</a:t>
            </a:r>
            <a:r>
              <a:rPr lang="en-US" altLang="zh-CN" sz="1400" b="0" i="0" dirty="0">
                <a:solidFill>
                  <a:srgbClr val="1F2937"/>
                </a:solidFill>
                <a:effectLst/>
                <a:latin typeface="Karla" pitchFamily="2" charset="0"/>
                <a:ea typeface="Karla" pitchFamily="2" charset="0"/>
              </a:rPr>
              <a:t>Word</a:t>
            </a:r>
            <a:r>
              <a:rPr lang="zh-CN" altLang="en-US" sz="1400" b="0" i="0" dirty="0">
                <a:solidFill>
                  <a:srgbClr val="1F2937"/>
                </a:solidFill>
                <a:effectLst/>
                <a:latin typeface="Karla" pitchFamily="2" charset="0"/>
                <a:ea typeface="Karla" pitchFamily="2" charset="0"/>
              </a:rPr>
              <a:t>文件。一天后，同事再把</a:t>
            </a:r>
            <a:r>
              <a:rPr lang="en-US" altLang="zh-CN" sz="1400" b="0" i="0" dirty="0">
                <a:solidFill>
                  <a:srgbClr val="1F2937"/>
                </a:solidFill>
                <a:effectLst/>
                <a:latin typeface="Karla" pitchFamily="2" charset="0"/>
                <a:ea typeface="Karla" pitchFamily="2" charset="0"/>
              </a:rPr>
              <a:t>Word</a:t>
            </a:r>
            <a:r>
              <a:rPr lang="zh-CN" altLang="en-US" sz="1400" b="0" i="0" dirty="0">
                <a:solidFill>
                  <a:srgbClr val="1F2937"/>
                </a:solidFill>
                <a:effectLst/>
                <a:latin typeface="Karla" pitchFamily="2" charset="0"/>
                <a:ea typeface="Karla" pitchFamily="2" charset="0"/>
              </a:rPr>
              <a:t>文件传给你，此时，</a:t>
            </a:r>
            <a:r>
              <a:rPr lang="zh-CN" altLang="en-US" sz="1400" b="1" i="0" dirty="0">
                <a:solidFill>
                  <a:srgbClr val="1F2937"/>
                </a:solidFill>
                <a:effectLst/>
                <a:latin typeface="Karla" pitchFamily="2" charset="0"/>
                <a:ea typeface="Karla" pitchFamily="2" charset="0"/>
              </a:rPr>
              <a:t>你必须想想，发给她之后到你收到她的文件期间，你作了哪些改动，得把你的改动和她的部分合并，这不仅麻烦还容易出错</a:t>
            </a:r>
            <a:r>
              <a:rPr lang="zh-CN" altLang="en-US" sz="1400" b="0" i="0" dirty="0">
                <a:solidFill>
                  <a:srgbClr val="1F2937"/>
                </a:solidFill>
                <a:effectLst/>
                <a:latin typeface="Karla" pitchFamily="2" charset="0"/>
                <a:ea typeface="Karla" pitchFamily="2" charset="0"/>
              </a:rPr>
              <a:t>。</a:t>
            </a:r>
            <a:endParaRPr lang="zh-CN" altLang="en-US" sz="1400" b="1" dirty="0">
              <a:latin typeface="Karla" pitchFamily="2" charset="0"/>
              <a:ea typeface="Karla" pitchFamily="2" charset="0"/>
            </a:endParaRPr>
          </a:p>
        </p:txBody>
      </p:sp>
    </p:spTree>
    <p:extLst>
      <p:ext uri="{BB962C8B-B14F-4D97-AF65-F5344CB8AC3E}">
        <p14:creationId xmlns:p14="http://schemas.microsoft.com/office/powerpoint/2010/main" val="1213008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9F9FB0-D9CE-484B-8341-F49D14AF435B}"/>
              </a:ext>
            </a:extLst>
          </p:cNvPr>
          <p:cNvSpPr>
            <a:spLocks noGrp="1"/>
          </p:cNvSpPr>
          <p:nvPr>
            <p:ph type="title"/>
          </p:nvPr>
        </p:nvSpPr>
        <p:spPr>
          <a:xfrm>
            <a:off x="715100" y="731400"/>
            <a:ext cx="7292827" cy="598636"/>
          </a:xfrm>
        </p:spPr>
        <p:txBody>
          <a:bodyPr/>
          <a:lstStyle/>
          <a:p>
            <a:r>
              <a:rPr lang="zh-CN" altLang="en-US" sz="2800" dirty="0"/>
              <a:t>此时你有这样一台高效运作的版本管理工具：</a:t>
            </a:r>
          </a:p>
        </p:txBody>
      </p:sp>
      <p:sp>
        <p:nvSpPr>
          <p:cNvPr id="3" name="文本占位符 2">
            <a:extLst>
              <a:ext uri="{FF2B5EF4-FFF2-40B4-BE49-F238E27FC236}">
                <a16:creationId xmlns:a16="http://schemas.microsoft.com/office/drawing/2014/main" id="{04BDE020-F3D5-4BE6-8CFF-1549CF9207AC}"/>
              </a:ext>
            </a:extLst>
          </p:cNvPr>
          <p:cNvSpPr>
            <a:spLocks noGrp="1"/>
          </p:cNvSpPr>
          <p:nvPr>
            <p:ph type="body" idx="1"/>
          </p:nvPr>
        </p:nvSpPr>
        <p:spPr>
          <a:xfrm>
            <a:off x="831272" y="2652148"/>
            <a:ext cx="7647710" cy="2027959"/>
          </a:xfrm>
        </p:spPr>
        <p:txBody>
          <a:bodyPr/>
          <a:lstStyle/>
          <a:p>
            <a:pPr algn="l"/>
            <a:r>
              <a:rPr lang="en-US" altLang="zh-CN" sz="1600" dirty="0">
                <a:latin typeface="Karla" pitchFamily="2" charset="0"/>
                <a:ea typeface="Karla" pitchFamily="2" charset="0"/>
              </a:rPr>
              <a:t>Git</a:t>
            </a:r>
            <a:r>
              <a:rPr lang="zh-CN" altLang="en-US" sz="1600" dirty="0">
                <a:latin typeface="Karla" pitchFamily="2" charset="0"/>
                <a:ea typeface="Karla" pitchFamily="2" charset="0"/>
              </a:rPr>
              <a:t>就是这样一个工具，它</a:t>
            </a:r>
            <a:r>
              <a:rPr lang="en-US" altLang="zh-CN" sz="1600" b="0" i="0" dirty="0">
                <a:solidFill>
                  <a:srgbClr val="333333"/>
                </a:solidFill>
                <a:effectLst/>
                <a:latin typeface="Karla" pitchFamily="2" charset="0"/>
                <a:ea typeface="Karla" pitchFamily="2" charset="0"/>
              </a:rPr>
              <a:t>Git </a:t>
            </a:r>
            <a:r>
              <a:rPr lang="zh-CN" altLang="en-US" sz="1600" b="0" i="0" dirty="0">
                <a:solidFill>
                  <a:srgbClr val="333333"/>
                </a:solidFill>
                <a:effectLst/>
                <a:latin typeface="Karla" pitchFamily="2" charset="0"/>
                <a:ea typeface="Karla" pitchFamily="2" charset="0"/>
              </a:rPr>
              <a:t>允许开发者在本地</a:t>
            </a:r>
            <a:r>
              <a:rPr lang="zh-CN" altLang="en-US" sz="1600" b="1" i="0" dirty="0">
                <a:solidFill>
                  <a:srgbClr val="333333"/>
                </a:solidFill>
                <a:effectLst/>
                <a:latin typeface="Karla" pitchFamily="2" charset="0"/>
                <a:ea typeface="Karla" pitchFamily="2" charset="0"/>
              </a:rPr>
              <a:t>创建代码仓库，进行文件修改、提交等操作，直到准备好与远程仓库同步。</a:t>
            </a:r>
            <a:endParaRPr lang="en-US" altLang="zh-CN" sz="1600" b="1" i="0" dirty="0">
              <a:solidFill>
                <a:srgbClr val="333333"/>
              </a:solidFill>
              <a:effectLst/>
              <a:latin typeface="Karla" pitchFamily="2" charset="0"/>
              <a:ea typeface="Karla" pitchFamily="2" charset="0"/>
            </a:endParaRPr>
          </a:p>
          <a:p>
            <a:pPr algn="l"/>
            <a:r>
              <a:rPr lang="en-US" altLang="zh-CN" sz="1600" dirty="0">
                <a:solidFill>
                  <a:srgbClr val="333333"/>
                </a:solidFill>
                <a:latin typeface="Karla" pitchFamily="2" charset="0"/>
                <a:ea typeface="Karla" pitchFamily="2" charset="0"/>
              </a:rPr>
              <a:t>Git</a:t>
            </a:r>
            <a:r>
              <a:rPr lang="en-US" altLang="zh-CN" sz="1600" b="0" i="0" dirty="0">
                <a:solidFill>
                  <a:srgbClr val="333333"/>
                </a:solidFill>
                <a:effectLst/>
                <a:latin typeface="Karla" pitchFamily="2" charset="0"/>
                <a:ea typeface="Karla" pitchFamily="2" charset="0"/>
              </a:rPr>
              <a:t> </a:t>
            </a:r>
            <a:r>
              <a:rPr lang="zh-CN" altLang="en-US" sz="1600" b="0" i="0" dirty="0">
                <a:solidFill>
                  <a:srgbClr val="333333"/>
                </a:solidFill>
                <a:effectLst/>
                <a:latin typeface="Karla" pitchFamily="2" charset="0"/>
                <a:ea typeface="Karla" pitchFamily="2" charset="0"/>
              </a:rPr>
              <a:t>提供强大的</a:t>
            </a:r>
            <a:r>
              <a:rPr lang="zh-CN" altLang="en-US" sz="1600" b="1" i="0" dirty="0">
                <a:solidFill>
                  <a:srgbClr val="333333"/>
                </a:solidFill>
                <a:effectLst/>
                <a:latin typeface="Karla" pitchFamily="2" charset="0"/>
                <a:ea typeface="Karla" pitchFamily="2" charset="0"/>
              </a:rPr>
              <a:t>分支管理和管理功能</a:t>
            </a:r>
            <a:r>
              <a:rPr lang="zh-CN" altLang="en-US" sz="1600" b="0" i="0" dirty="0">
                <a:solidFill>
                  <a:srgbClr val="333333"/>
                </a:solidFill>
                <a:effectLst/>
                <a:latin typeface="Karla" pitchFamily="2" charset="0"/>
                <a:ea typeface="Karla" pitchFamily="2" charset="0"/>
              </a:rPr>
              <a:t>，可以在不干扰主分支的情况下开发新功能或修复 </a:t>
            </a:r>
            <a:r>
              <a:rPr lang="en-US" altLang="zh-CN" sz="1600" b="0" i="0" dirty="0">
                <a:solidFill>
                  <a:srgbClr val="333333"/>
                </a:solidFill>
                <a:effectLst/>
                <a:latin typeface="Karla" pitchFamily="2" charset="0"/>
                <a:ea typeface="Karla" pitchFamily="2" charset="0"/>
              </a:rPr>
              <a:t>bug</a:t>
            </a:r>
            <a:r>
              <a:rPr lang="zh-CN" altLang="en-US" sz="1600" b="0" i="0" dirty="0">
                <a:solidFill>
                  <a:srgbClr val="333333"/>
                </a:solidFill>
                <a:effectLst/>
                <a:latin typeface="Karla" pitchFamily="2" charset="0"/>
                <a:ea typeface="Karla" pitchFamily="2" charset="0"/>
              </a:rPr>
              <a:t>，且便于团队协作。</a:t>
            </a:r>
            <a:endParaRPr lang="en-US" altLang="zh-CN" sz="1600" b="0" i="0" dirty="0">
              <a:solidFill>
                <a:srgbClr val="333333"/>
              </a:solidFill>
              <a:effectLst/>
              <a:latin typeface="Karla" pitchFamily="2" charset="0"/>
              <a:ea typeface="Karla" pitchFamily="2" charset="0"/>
            </a:endParaRPr>
          </a:p>
          <a:p>
            <a:pPr algn="l"/>
            <a:r>
              <a:rPr lang="en-US" altLang="zh-CN" sz="1600" b="0" i="0" dirty="0">
                <a:solidFill>
                  <a:srgbClr val="333333"/>
                </a:solidFill>
                <a:effectLst/>
                <a:latin typeface="Karla" pitchFamily="2" charset="0"/>
                <a:ea typeface="Karla" pitchFamily="2" charset="0"/>
              </a:rPr>
              <a:t>Git </a:t>
            </a:r>
            <a:r>
              <a:rPr lang="zh-CN" altLang="en-US" sz="1600" b="0" i="0" dirty="0">
                <a:solidFill>
                  <a:srgbClr val="333333"/>
                </a:solidFill>
                <a:effectLst/>
                <a:latin typeface="Karla" pitchFamily="2" charset="0"/>
                <a:ea typeface="Karla" pitchFamily="2" charset="0"/>
              </a:rPr>
              <a:t>使用 </a:t>
            </a:r>
            <a:r>
              <a:rPr lang="en-US" altLang="zh-CN" sz="1600" b="0" i="0" dirty="0">
                <a:solidFill>
                  <a:srgbClr val="333333"/>
                </a:solidFill>
                <a:effectLst/>
                <a:latin typeface="Karla" pitchFamily="2" charset="0"/>
                <a:ea typeface="Karla" pitchFamily="2" charset="0"/>
              </a:rPr>
              <a:t>SHA-1 </a:t>
            </a:r>
            <a:r>
              <a:rPr lang="zh-CN" altLang="en-US" sz="1600" b="0" i="0" dirty="0">
                <a:solidFill>
                  <a:srgbClr val="333333"/>
                </a:solidFill>
                <a:effectLst/>
                <a:latin typeface="Karla" pitchFamily="2" charset="0"/>
                <a:ea typeface="Karla" pitchFamily="2" charset="0"/>
              </a:rPr>
              <a:t>哈希值确保版本数据的完整性，防止数据丢失</a:t>
            </a:r>
            <a:endParaRPr lang="zh-CN" altLang="en-US" sz="1600" dirty="0">
              <a:latin typeface="Karla" pitchFamily="2" charset="0"/>
              <a:ea typeface="Karla" pitchFamily="2" charset="0"/>
            </a:endParaRPr>
          </a:p>
        </p:txBody>
      </p:sp>
      <p:pic>
        <p:nvPicPr>
          <p:cNvPr id="5" name="图片 4">
            <a:extLst>
              <a:ext uri="{FF2B5EF4-FFF2-40B4-BE49-F238E27FC236}">
                <a16:creationId xmlns:a16="http://schemas.microsoft.com/office/drawing/2014/main" id="{3DC61A89-3777-445C-8D6E-0661D408B13E}"/>
              </a:ext>
            </a:extLst>
          </p:cNvPr>
          <p:cNvPicPr>
            <a:picLocks noChangeAspect="1"/>
          </p:cNvPicPr>
          <p:nvPr/>
        </p:nvPicPr>
        <p:blipFill>
          <a:blip r:embed="rId2"/>
          <a:stretch>
            <a:fillRect/>
          </a:stretch>
        </p:blipFill>
        <p:spPr>
          <a:xfrm>
            <a:off x="3244859" y="1516152"/>
            <a:ext cx="1933845" cy="933580"/>
          </a:xfrm>
          <a:prstGeom prst="rect">
            <a:avLst/>
          </a:prstGeom>
        </p:spPr>
      </p:pic>
    </p:spTree>
    <p:extLst>
      <p:ext uri="{BB962C8B-B14F-4D97-AF65-F5344CB8AC3E}">
        <p14:creationId xmlns:p14="http://schemas.microsoft.com/office/powerpoint/2010/main" val="4145797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45"/>
          <p:cNvSpPr txBox="1">
            <a:spLocks noGrp="1"/>
          </p:cNvSpPr>
          <p:nvPr>
            <p:ph type="title"/>
          </p:nvPr>
        </p:nvSpPr>
        <p:spPr>
          <a:xfrm>
            <a:off x="1828800" y="1307100"/>
            <a:ext cx="5486400" cy="274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GIT</a:t>
            </a:r>
            <a:r>
              <a:rPr lang="zh-CN" altLang="en-US" dirty="0"/>
              <a:t>中的</a:t>
            </a:r>
            <a:br>
              <a:rPr lang="en-US" altLang="zh-CN" dirty="0"/>
            </a:br>
            <a:r>
              <a:rPr lang="zh-CN" altLang="en-US" dirty="0"/>
              <a:t>核心操作</a:t>
            </a:r>
            <a:endParaRPr lang="en-GB" dirty="0"/>
          </a:p>
        </p:txBody>
      </p:sp>
      <p:grpSp>
        <p:nvGrpSpPr>
          <p:cNvPr id="984" name="Google Shape;984;p45"/>
          <p:cNvGrpSpPr/>
          <p:nvPr/>
        </p:nvGrpSpPr>
        <p:grpSpPr>
          <a:xfrm>
            <a:off x="463700" y="3419112"/>
            <a:ext cx="502800" cy="502800"/>
            <a:chOff x="7014301" y="2017350"/>
            <a:chExt cx="502800" cy="502800"/>
          </a:xfrm>
        </p:grpSpPr>
        <p:sp>
          <p:nvSpPr>
            <p:cNvPr id="985" name="Google Shape;985;p45"/>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986" name="Google Shape;986;p45"/>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987" name="Google Shape;987;p45"/>
          <p:cNvGrpSpPr/>
          <p:nvPr/>
        </p:nvGrpSpPr>
        <p:grpSpPr>
          <a:xfrm>
            <a:off x="274188" y="891658"/>
            <a:ext cx="1827475" cy="1051350"/>
            <a:chOff x="136938" y="1799258"/>
            <a:chExt cx="1827475" cy="1051350"/>
          </a:xfrm>
        </p:grpSpPr>
        <p:grpSp>
          <p:nvGrpSpPr>
            <p:cNvPr id="988" name="Google Shape;988;p45"/>
            <p:cNvGrpSpPr/>
            <p:nvPr/>
          </p:nvGrpSpPr>
          <p:grpSpPr>
            <a:xfrm>
              <a:off x="136938" y="1799258"/>
              <a:ext cx="1827475" cy="1051350"/>
              <a:chOff x="274188" y="1278048"/>
              <a:chExt cx="1827475" cy="1051350"/>
            </a:xfrm>
          </p:grpSpPr>
          <p:sp>
            <p:nvSpPr>
              <p:cNvPr id="989" name="Google Shape;989;p45"/>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990" name="Google Shape;990;p45"/>
              <p:cNvGrpSpPr/>
              <p:nvPr/>
            </p:nvGrpSpPr>
            <p:grpSpPr>
              <a:xfrm>
                <a:off x="274188" y="1278048"/>
                <a:ext cx="1737300" cy="960000"/>
                <a:chOff x="7146475" y="2190661"/>
                <a:chExt cx="1737300" cy="960000"/>
              </a:xfrm>
            </p:grpSpPr>
            <p:sp>
              <p:nvSpPr>
                <p:cNvPr id="991" name="Google Shape;991;p45"/>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992" name="Google Shape;992;p45"/>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993" name="Google Shape;993;p45"/>
            <p:cNvGrpSpPr/>
            <p:nvPr/>
          </p:nvGrpSpPr>
          <p:grpSpPr>
            <a:xfrm>
              <a:off x="516820" y="2120752"/>
              <a:ext cx="984259" cy="497716"/>
              <a:chOff x="516820" y="2059368"/>
              <a:chExt cx="984259" cy="497716"/>
            </a:xfrm>
          </p:grpSpPr>
          <p:sp>
            <p:nvSpPr>
              <p:cNvPr id="994" name="Google Shape;994;p45"/>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995" name="Google Shape;995;p45"/>
              <p:cNvGrpSpPr/>
              <p:nvPr/>
            </p:nvGrpSpPr>
            <p:grpSpPr>
              <a:xfrm>
                <a:off x="704319" y="2347322"/>
                <a:ext cx="609261" cy="209762"/>
                <a:chOff x="704319" y="2343647"/>
                <a:chExt cx="609261" cy="209762"/>
              </a:xfrm>
            </p:grpSpPr>
            <p:sp>
              <p:nvSpPr>
                <p:cNvPr id="996" name="Google Shape;996;p45"/>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997" name="Google Shape;997;p45"/>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
            <p:nvSpPr>
              <p:cNvPr id="998" name="Google Shape;998;p45"/>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sp>
        <p:nvSpPr>
          <p:cNvPr id="999" name="Google Shape;999;p45"/>
          <p:cNvSpPr/>
          <p:nvPr/>
        </p:nvSpPr>
        <p:spPr>
          <a:xfrm>
            <a:off x="1646925" y="396670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0" name="Google Shape;1000;p45"/>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1" name="Google Shape;1001;p45"/>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002" name="Google Shape;1002;p45"/>
          <p:cNvGrpSpPr/>
          <p:nvPr/>
        </p:nvGrpSpPr>
        <p:grpSpPr>
          <a:xfrm>
            <a:off x="463651" y="4104919"/>
            <a:ext cx="502899" cy="502899"/>
            <a:chOff x="858700" y="1967475"/>
            <a:chExt cx="605100" cy="605100"/>
          </a:xfrm>
        </p:grpSpPr>
        <p:sp>
          <p:nvSpPr>
            <p:cNvPr id="1003" name="Google Shape;1003;p45"/>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4" name="Google Shape;1004;p45"/>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1005" name="Google Shape;1005;p45"/>
          <p:cNvGrpSpPr/>
          <p:nvPr/>
        </p:nvGrpSpPr>
        <p:grpSpPr>
          <a:xfrm>
            <a:off x="404600" y="2673613"/>
            <a:ext cx="621000" cy="621000"/>
            <a:chOff x="416300" y="4058211"/>
            <a:chExt cx="621000" cy="621000"/>
          </a:xfrm>
        </p:grpSpPr>
        <p:sp>
          <p:nvSpPr>
            <p:cNvPr id="1006" name="Google Shape;1006;p45"/>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7" name="Google Shape;1007;p45"/>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173EC08-91BA-4F53-8E87-D4E7321A13C8}"/>
              </a:ext>
            </a:extLst>
          </p:cNvPr>
          <p:cNvSpPr>
            <a:spLocks noGrp="1"/>
          </p:cNvSpPr>
          <p:nvPr>
            <p:ph type="title"/>
          </p:nvPr>
        </p:nvSpPr>
        <p:spPr/>
        <p:txBody>
          <a:bodyPr/>
          <a:lstStyle/>
          <a:p>
            <a:r>
              <a:rPr lang="zh-CN" altLang="en-US" dirty="0"/>
              <a:t>一张很经典的图：</a:t>
            </a:r>
          </a:p>
        </p:txBody>
      </p:sp>
      <p:sp>
        <p:nvSpPr>
          <p:cNvPr id="4" name="文本占位符 3">
            <a:extLst>
              <a:ext uri="{FF2B5EF4-FFF2-40B4-BE49-F238E27FC236}">
                <a16:creationId xmlns:a16="http://schemas.microsoft.com/office/drawing/2014/main" id="{81C85EB7-812C-4743-AF71-5383E7C8EF99}"/>
              </a:ext>
            </a:extLst>
          </p:cNvPr>
          <p:cNvSpPr>
            <a:spLocks noGrp="1"/>
          </p:cNvSpPr>
          <p:nvPr>
            <p:ph type="body" idx="1"/>
          </p:nvPr>
        </p:nvSpPr>
        <p:spPr/>
        <p:txBody>
          <a:bodyPr/>
          <a:lstStyle/>
          <a:p>
            <a:pPr algn="l"/>
            <a:r>
              <a:rPr lang="en-US" altLang="zh-CN" sz="1600" dirty="0">
                <a:latin typeface="Karla" pitchFamily="2" charset="0"/>
                <a:ea typeface="Karla" pitchFamily="2" charset="0"/>
              </a:rPr>
              <a:t>Workspace:</a:t>
            </a:r>
            <a:r>
              <a:rPr lang="zh-CN" altLang="en-US" sz="1600" dirty="0">
                <a:latin typeface="Karla" pitchFamily="2" charset="0"/>
                <a:ea typeface="Karla" pitchFamily="2" charset="0"/>
              </a:rPr>
              <a:t>本地工作区</a:t>
            </a:r>
            <a:endParaRPr lang="en-US" altLang="zh-CN" sz="1600" dirty="0">
              <a:latin typeface="Karla" pitchFamily="2" charset="0"/>
              <a:ea typeface="Karla" pitchFamily="2" charset="0"/>
            </a:endParaRPr>
          </a:p>
          <a:p>
            <a:pPr algn="l"/>
            <a:r>
              <a:rPr lang="en-US" altLang="zh-CN" sz="1600" dirty="0">
                <a:latin typeface="Karla" pitchFamily="2" charset="0"/>
                <a:ea typeface="Karla" pitchFamily="2" charset="0"/>
              </a:rPr>
              <a:t>Index:</a:t>
            </a:r>
            <a:r>
              <a:rPr lang="zh-CN" altLang="en-US" sz="1600" dirty="0">
                <a:latin typeface="Karla" pitchFamily="2" charset="0"/>
                <a:ea typeface="Karla" pitchFamily="2" charset="0"/>
              </a:rPr>
              <a:t>暂存区</a:t>
            </a:r>
            <a:endParaRPr lang="en-US" altLang="zh-CN" sz="1600" dirty="0">
              <a:latin typeface="Karla" pitchFamily="2" charset="0"/>
              <a:ea typeface="Karla" pitchFamily="2" charset="0"/>
            </a:endParaRPr>
          </a:p>
          <a:p>
            <a:pPr algn="l"/>
            <a:r>
              <a:rPr lang="en-US" altLang="zh-CN" sz="1600" dirty="0">
                <a:latin typeface="Karla" pitchFamily="2" charset="0"/>
                <a:ea typeface="Karla" pitchFamily="2" charset="0"/>
              </a:rPr>
              <a:t>Repository</a:t>
            </a:r>
            <a:r>
              <a:rPr lang="zh-CN" altLang="en-US" sz="1600" dirty="0">
                <a:latin typeface="Karla" pitchFamily="2" charset="0"/>
                <a:ea typeface="Karla" pitchFamily="2" charset="0"/>
              </a:rPr>
              <a:t>：本地仓库</a:t>
            </a:r>
            <a:endParaRPr lang="en-US" altLang="zh-CN" sz="1600" dirty="0">
              <a:latin typeface="Karla" pitchFamily="2" charset="0"/>
              <a:ea typeface="Karla" pitchFamily="2" charset="0"/>
            </a:endParaRPr>
          </a:p>
          <a:p>
            <a:pPr algn="l"/>
            <a:r>
              <a:rPr lang="en-US" altLang="zh-CN" sz="1600" dirty="0">
                <a:latin typeface="Karla" pitchFamily="2" charset="0"/>
                <a:ea typeface="Karla" pitchFamily="2" charset="0"/>
              </a:rPr>
              <a:t>Remote</a:t>
            </a:r>
            <a:r>
              <a:rPr lang="zh-CN" altLang="en-US" sz="1600" dirty="0">
                <a:latin typeface="Karla" pitchFamily="2" charset="0"/>
                <a:ea typeface="Karla" pitchFamily="2" charset="0"/>
              </a:rPr>
              <a:t>：远程仓库</a:t>
            </a:r>
          </a:p>
        </p:txBody>
      </p:sp>
      <p:pic>
        <p:nvPicPr>
          <p:cNvPr id="6" name="图片 5">
            <a:extLst>
              <a:ext uri="{FF2B5EF4-FFF2-40B4-BE49-F238E27FC236}">
                <a16:creationId xmlns:a16="http://schemas.microsoft.com/office/drawing/2014/main" id="{75E1F9BD-6342-4D50-B9E0-096AE7CAFEBC}"/>
              </a:ext>
            </a:extLst>
          </p:cNvPr>
          <p:cNvPicPr>
            <a:picLocks noChangeAspect="1"/>
          </p:cNvPicPr>
          <p:nvPr/>
        </p:nvPicPr>
        <p:blipFill>
          <a:blip r:embed="rId2"/>
          <a:stretch>
            <a:fillRect/>
          </a:stretch>
        </p:blipFill>
        <p:spPr>
          <a:xfrm>
            <a:off x="579305" y="2468700"/>
            <a:ext cx="7849695" cy="2314898"/>
          </a:xfrm>
          <a:prstGeom prst="rect">
            <a:avLst/>
          </a:prstGeom>
        </p:spPr>
      </p:pic>
    </p:spTree>
    <p:extLst>
      <p:ext uri="{BB962C8B-B14F-4D97-AF65-F5344CB8AC3E}">
        <p14:creationId xmlns:p14="http://schemas.microsoft.com/office/powerpoint/2010/main" val="2247463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7B0D3D-277E-4500-B2D9-16BAD8E3D963}"/>
              </a:ext>
            </a:extLst>
          </p:cNvPr>
          <p:cNvSpPr>
            <a:spLocks noGrp="1"/>
          </p:cNvSpPr>
          <p:nvPr>
            <p:ph type="title"/>
          </p:nvPr>
        </p:nvSpPr>
        <p:spPr/>
        <p:txBody>
          <a:bodyPr/>
          <a:lstStyle/>
          <a:p>
            <a:pPr algn="l"/>
            <a:r>
              <a:rPr lang="zh-CN" altLang="en-US" dirty="0"/>
              <a:t>初始化仓库：</a:t>
            </a:r>
          </a:p>
        </p:txBody>
      </p:sp>
      <p:sp>
        <p:nvSpPr>
          <p:cNvPr id="3" name="文本占位符 2">
            <a:extLst>
              <a:ext uri="{FF2B5EF4-FFF2-40B4-BE49-F238E27FC236}">
                <a16:creationId xmlns:a16="http://schemas.microsoft.com/office/drawing/2014/main" id="{160901DB-2EF8-4537-ADC2-0788018EB82A}"/>
              </a:ext>
            </a:extLst>
          </p:cNvPr>
          <p:cNvSpPr>
            <a:spLocks noGrp="1"/>
          </p:cNvSpPr>
          <p:nvPr>
            <p:ph type="body" idx="1"/>
          </p:nvPr>
        </p:nvSpPr>
        <p:spPr/>
        <p:txBody>
          <a:bodyPr/>
          <a:lstStyle/>
          <a:p>
            <a:pPr algn="l"/>
            <a:r>
              <a:rPr lang="en-US" altLang="zh-CN" sz="2000" dirty="0"/>
              <a:t>git </a:t>
            </a:r>
            <a:r>
              <a:rPr lang="en-US" altLang="zh-CN" sz="2000" dirty="0" err="1"/>
              <a:t>init</a:t>
            </a:r>
            <a:endParaRPr lang="zh-CN" altLang="en-US" sz="2000" dirty="0"/>
          </a:p>
        </p:txBody>
      </p:sp>
      <p:pic>
        <p:nvPicPr>
          <p:cNvPr id="5" name="图片 4">
            <a:extLst>
              <a:ext uri="{FF2B5EF4-FFF2-40B4-BE49-F238E27FC236}">
                <a16:creationId xmlns:a16="http://schemas.microsoft.com/office/drawing/2014/main" id="{37925E8F-D1DA-4C7F-B411-29AB8781B5C5}"/>
              </a:ext>
            </a:extLst>
          </p:cNvPr>
          <p:cNvPicPr>
            <a:picLocks noChangeAspect="1"/>
          </p:cNvPicPr>
          <p:nvPr/>
        </p:nvPicPr>
        <p:blipFill>
          <a:blip r:embed="rId2"/>
          <a:stretch>
            <a:fillRect/>
          </a:stretch>
        </p:blipFill>
        <p:spPr>
          <a:xfrm>
            <a:off x="861813" y="2103000"/>
            <a:ext cx="1812431" cy="2188252"/>
          </a:xfrm>
          <a:prstGeom prst="rect">
            <a:avLst/>
          </a:prstGeom>
        </p:spPr>
      </p:pic>
      <p:pic>
        <p:nvPicPr>
          <p:cNvPr id="7" name="图片 6">
            <a:extLst>
              <a:ext uri="{FF2B5EF4-FFF2-40B4-BE49-F238E27FC236}">
                <a16:creationId xmlns:a16="http://schemas.microsoft.com/office/drawing/2014/main" id="{F36CF195-7D12-4B69-B937-A846B97B8EFD}"/>
              </a:ext>
            </a:extLst>
          </p:cNvPr>
          <p:cNvPicPr>
            <a:picLocks noChangeAspect="1"/>
          </p:cNvPicPr>
          <p:nvPr/>
        </p:nvPicPr>
        <p:blipFill>
          <a:blip r:embed="rId3"/>
          <a:stretch>
            <a:fillRect/>
          </a:stretch>
        </p:blipFill>
        <p:spPr>
          <a:xfrm>
            <a:off x="3133945" y="2103000"/>
            <a:ext cx="5295055" cy="1520514"/>
          </a:xfrm>
          <a:prstGeom prst="rect">
            <a:avLst/>
          </a:prstGeom>
        </p:spPr>
      </p:pic>
    </p:spTree>
    <p:extLst>
      <p:ext uri="{BB962C8B-B14F-4D97-AF65-F5344CB8AC3E}">
        <p14:creationId xmlns:p14="http://schemas.microsoft.com/office/powerpoint/2010/main" val="811954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E83EE6-8EF0-4D37-981C-02BBC17F2A0A}"/>
              </a:ext>
            </a:extLst>
          </p:cNvPr>
          <p:cNvSpPr>
            <a:spLocks noGrp="1"/>
          </p:cNvSpPr>
          <p:nvPr>
            <p:ph type="title"/>
          </p:nvPr>
        </p:nvSpPr>
        <p:spPr/>
        <p:txBody>
          <a:bodyPr/>
          <a:lstStyle/>
          <a:p>
            <a:pPr algn="l"/>
            <a:r>
              <a:rPr lang="zh-CN" altLang="en-US" dirty="0"/>
              <a:t>从工作区到暂存区：</a:t>
            </a:r>
            <a:r>
              <a:rPr lang="en-US" altLang="zh-CN" dirty="0"/>
              <a:t>add</a:t>
            </a:r>
            <a:endParaRPr lang="zh-CN" altLang="en-US" dirty="0"/>
          </a:p>
        </p:txBody>
      </p:sp>
      <p:sp>
        <p:nvSpPr>
          <p:cNvPr id="3" name="文本占位符 2">
            <a:extLst>
              <a:ext uri="{FF2B5EF4-FFF2-40B4-BE49-F238E27FC236}">
                <a16:creationId xmlns:a16="http://schemas.microsoft.com/office/drawing/2014/main" id="{6B9F648D-49D3-4BD0-B4B8-BDBBF39D9206}"/>
              </a:ext>
            </a:extLst>
          </p:cNvPr>
          <p:cNvSpPr>
            <a:spLocks noGrp="1"/>
          </p:cNvSpPr>
          <p:nvPr>
            <p:ph type="body" idx="1"/>
          </p:nvPr>
        </p:nvSpPr>
        <p:spPr/>
        <p:txBody>
          <a:bodyPr/>
          <a:lstStyle/>
          <a:p>
            <a:pPr algn="l"/>
            <a:r>
              <a:rPr lang="en-US" altLang="zh-CN" sz="1600" dirty="0"/>
              <a:t>git add &lt;</a:t>
            </a:r>
            <a:r>
              <a:rPr lang="en-US" altLang="zh-CN" sz="1600" dirty="0" err="1"/>
              <a:t>file_name</a:t>
            </a:r>
            <a:r>
              <a:rPr lang="en-US" altLang="zh-CN" sz="1600" dirty="0"/>
              <a:t>&gt;  </a:t>
            </a:r>
            <a:r>
              <a:rPr lang="zh-CN" altLang="en-US" sz="1600" dirty="0"/>
              <a:t>或    </a:t>
            </a:r>
            <a:r>
              <a:rPr lang="en-US" altLang="zh-CN" sz="1600" dirty="0"/>
              <a:t>git add .</a:t>
            </a:r>
            <a:endParaRPr lang="zh-CN" altLang="en-US" sz="1600" dirty="0"/>
          </a:p>
        </p:txBody>
      </p:sp>
      <p:pic>
        <p:nvPicPr>
          <p:cNvPr id="5" name="图片 4">
            <a:extLst>
              <a:ext uri="{FF2B5EF4-FFF2-40B4-BE49-F238E27FC236}">
                <a16:creationId xmlns:a16="http://schemas.microsoft.com/office/drawing/2014/main" id="{97E05E53-D1C1-458F-A48D-253EDB081545}"/>
              </a:ext>
            </a:extLst>
          </p:cNvPr>
          <p:cNvPicPr>
            <a:picLocks noChangeAspect="1"/>
          </p:cNvPicPr>
          <p:nvPr/>
        </p:nvPicPr>
        <p:blipFill>
          <a:blip r:embed="rId2"/>
          <a:stretch>
            <a:fillRect/>
          </a:stretch>
        </p:blipFill>
        <p:spPr>
          <a:xfrm>
            <a:off x="1106740" y="1979157"/>
            <a:ext cx="4658375" cy="247685"/>
          </a:xfrm>
          <a:prstGeom prst="rect">
            <a:avLst/>
          </a:prstGeom>
        </p:spPr>
      </p:pic>
      <p:pic>
        <p:nvPicPr>
          <p:cNvPr id="7" name="图片 6">
            <a:extLst>
              <a:ext uri="{FF2B5EF4-FFF2-40B4-BE49-F238E27FC236}">
                <a16:creationId xmlns:a16="http://schemas.microsoft.com/office/drawing/2014/main" id="{971F5DC5-CD45-4D4E-95C0-B5B594A33919}"/>
              </a:ext>
            </a:extLst>
          </p:cNvPr>
          <p:cNvPicPr>
            <a:picLocks noChangeAspect="1"/>
          </p:cNvPicPr>
          <p:nvPr/>
        </p:nvPicPr>
        <p:blipFill>
          <a:blip r:embed="rId3"/>
          <a:stretch>
            <a:fillRect/>
          </a:stretch>
        </p:blipFill>
        <p:spPr>
          <a:xfrm>
            <a:off x="984696" y="2635943"/>
            <a:ext cx="2533333" cy="1866667"/>
          </a:xfrm>
          <a:prstGeom prst="rect">
            <a:avLst/>
          </a:prstGeom>
        </p:spPr>
      </p:pic>
      <p:sp>
        <p:nvSpPr>
          <p:cNvPr id="8" name="文本占位符 2">
            <a:extLst>
              <a:ext uri="{FF2B5EF4-FFF2-40B4-BE49-F238E27FC236}">
                <a16:creationId xmlns:a16="http://schemas.microsoft.com/office/drawing/2014/main" id="{1F52222A-9C67-4568-B7D7-E6E5509481F9}"/>
              </a:ext>
            </a:extLst>
          </p:cNvPr>
          <p:cNvSpPr txBox="1">
            <a:spLocks/>
          </p:cNvSpPr>
          <p:nvPr/>
        </p:nvSpPr>
        <p:spPr>
          <a:xfrm>
            <a:off x="3610700" y="2555451"/>
            <a:ext cx="4658374" cy="8051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en-US" altLang="zh-CN" sz="1600" dirty="0" err="1"/>
              <a:t>Vscode</a:t>
            </a:r>
            <a:r>
              <a:rPr lang="zh-CN" altLang="en-US" sz="1600" dirty="0"/>
              <a:t>中未跟踪的文件会自动显示为绿色</a:t>
            </a:r>
            <a:endParaRPr lang="en-US" altLang="zh-CN" sz="1600" dirty="0"/>
          </a:p>
          <a:p>
            <a:pPr algn="l"/>
            <a:r>
              <a:rPr lang="zh-CN" altLang="en-US" sz="1600" dirty="0"/>
              <a:t>点击这个小加号即可将文件放入暂存区</a:t>
            </a:r>
          </a:p>
        </p:txBody>
      </p:sp>
      <p:pic>
        <p:nvPicPr>
          <p:cNvPr id="10" name="图片 9">
            <a:extLst>
              <a:ext uri="{FF2B5EF4-FFF2-40B4-BE49-F238E27FC236}">
                <a16:creationId xmlns:a16="http://schemas.microsoft.com/office/drawing/2014/main" id="{2271A299-3429-47D5-B042-95FB9438882E}"/>
              </a:ext>
            </a:extLst>
          </p:cNvPr>
          <p:cNvPicPr>
            <a:picLocks noChangeAspect="1"/>
          </p:cNvPicPr>
          <p:nvPr/>
        </p:nvPicPr>
        <p:blipFill>
          <a:blip r:embed="rId4"/>
          <a:stretch>
            <a:fillRect/>
          </a:stretch>
        </p:blipFill>
        <p:spPr>
          <a:xfrm>
            <a:off x="4550508" y="3284718"/>
            <a:ext cx="2429214" cy="1552792"/>
          </a:xfrm>
          <a:prstGeom prst="rect">
            <a:avLst/>
          </a:prstGeom>
        </p:spPr>
      </p:pic>
    </p:spTree>
    <p:extLst>
      <p:ext uri="{BB962C8B-B14F-4D97-AF65-F5344CB8AC3E}">
        <p14:creationId xmlns:p14="http://schemas.microsoft.com/office/powerpoint/2010/main" val="1218288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0E36B-CE2A-4FBE-AD52-65F2C734242F}"/>
              </a:ext>
            </a:extLst>
          </p:cNvPr>
          <p:cNvSpPr>
            <a:spLocks noGrp="1"/>
          </p:cNvSpPr>
          <p:nvPr>
            <p:ph type="title"/>
          </p:nvPr>
        </p:nvSpPr>
        <p:spPr/>
        <p:txBody>
          <a:bodyPr/>
          <a:lstStyle/>
          <a:p>
            <a:r>
              <a:rPr lang="zh-CN" altLang="en-US" dirty="0"/>
              <a:t>撤销工作区的更改</a:t>
            </a:r>
          </a:p>
        </p:txBody>
      </p:sp>
      <p:sp>
        <p:nvSpPr>
          <p:cNvPr id="3" name="文本占位符 2">
            <a:extLst>
              <a:ext uri="{FF2B5EF4-FFF2-40B4-BE49-F238E27FC236}">
                <a16:creationId xmlns:a16="http://schemas.microsoft.com/office/drawing/2014/main" id="{76381660-2372-4B36-A0DA-E5637FCE8E2B}"/>
              </a:ext>
            </a:extLst>
          </p:cNvPr>
          <p:cNvSpPr>
            <a:spLocks noGrp="1"/>
          </p:cNvSpPr>
          <p:nvPr>
            <p:ph type="body" idx="1"/>
          </p:nvPr>
        </p:nvSpPr>
        <p:spPr/>
        <p:txBody>
          <a:bodyPr/>
          <a:lstStyle/>
          <a:p>
            <a:pPr algn="l"/>
            <a:r>
              <a:rPr lang="zh-CN" altLang="en-US" dirty="0"/>
              <a:t>当你想尝试某种新的代码思路但是写完发现效果并不好想放弃这次的更改：</a:t>
            </a:r>
            <a:endParaRPr lang="en-US" altLang="zh-CN" dirty="0"/>
          </a:p>
          <a:p>
            <a:pPr algn="l"/>
            <a:endParaRPr lang="en-US" altLang="zh-CN" dirty="0"/>
          </a:p>
          <a:p>
            <a:pPr algn="l"/>
            <a:r>
              <a:rPr lang="en-US" altLang="zh-CN" dirty="0"/>
              <a:t>git checkout .  </a:t>
            </a:r>
            <a:r>
              <a:rPr lang="zh-CN" altLang="en-US" dirty="0"/>
              <a:t>或者</a:t>
            </a:r>
            <a:r>
              <a:rPr lang="en-US" altLang="zh-CN" dirty="0"/>
              <a:t> git restore .</a:t>
            </a:r>
            <a:r>
              <a:rPr lang="zh-CN" altLang="en-US" dirty="0"/>
              <a:t> </a:t>
            </a:r>
            <a:r>
              <a:rPr lang="en-US" altLang="zh-CN" dirty="0"/>
              <a:t>    </a:t>
            </a:r>
            <a:r>
              <a:rPr lang="zh-CN" altLang="en-US" dirty="0"/>
              <a:t>可以帮你直接撤销工作区内所有文件从上一次</a:t>
            </a:r>
            <a:r>
              <a:rPr lang="en-US" altLang="zh-CN" dirty="0"/>
              <a:t>add</a:t>
            </a:r>
            <a:r>
              <a:rPr lang="zh-CN" altLang="en-US" dirty="0"/>
              <a:t>至今的修改（即未暂存的修改）</a:t>
            </a:r>
            <a:endParaRPr lang="en-US" altLang="zh-CN" dirty="0"/>
          </a:p>
          <a:p>
            <a:pPr algn="l"/>
            <a:endParaRPr lang="en-US" altLang="zh-CN" dirty="0"/>
          </a:p>
          <a:p>
            <a:pPr marL="139700" indent="0" algn="l">
              <a:buNone/>
            </a:pPr>
            <a:r>
              <a:rPr lang="zh-CN" altLang="en-US" dirty="0"/>
              <a:t>这里的 </a:t>
            </a:r>
            <a:r>
              <a:rPr lang="en-US" altLang="zh-CN" dirty="0"/>
              <a:t>. </a:t>
            </a:r>
            <a:r>
              <a:rPr lang="zh-CN" altLang="en-US" dirty="0"/>
              <a:t>表示所有， 你也可以指定某个文件  如</a:t>
            </a:r>
            <a:r>
              <a:rPr lang="en-US" altLang="zh-CN" dirty="0"/>
              <a:t>git checkout its.txt  </a:t>
            </a:r>
            <a:r>
              <a:rPr lang="zh-CN" altLang="en-US" dirty="0"/>
              <a:t>，即撤销</a:t>
            </a:r>
            <a:r>
              <a:rPr lang="en-US" altLang="zh-CN" dirty="0"/>
              <a:t>its.txt</a:t>
            </a:r>
            <a:r>
              <a:rPr lang="zh-CN" altLang="en-US" dirty="0"/>
              <a:t>的更改</a:t>
            </a:r>
            <a:endParaRPr lang="en-US" altLang="zh-CN" dirty="0"/>
          </a:p>
          <a:p>
            <a:pPr marL="139700" indent="0" algn="l">
              <a:buNone/>
            </a:pPr>
            <a:endParaRPr lang="en-US" altLang="zh-CN" dirty="0"/>
          </a:p>
          <a:p>
            <a:pPr marL="139700" indent="0" algn="l">
              <a:buNone/>
            </a:pPr>
            <a:r>
              <a:rPr lang="zh-CN" altLang="en-US" dirty="0"/>
              <a:t>但是注意这个操作不会删除你在上一次</a:t>
            </a:r>
            <a:r>
              <a:rPr lang="en-US" altLang="zh-CN" dirty="0"/>
              <a:t>add</a:t>
            </a:r>
            <a:r>
              <a:rPr lang="zh-CN" altLang="en-US" dirty="0"/>
              <a:t>之后新建</a:t>
            </a:r>
            <a:r>
              <a:rPr lang="en-US" altLang="zh-CN" dirty="0"/>
              <a:t>/</a:t>
            </a:r>
            <a:r>
              <a:rPr lang="zh-CN" altLang="en-US" dirty="0"/>
              <a:t>新出现的文件，如果你不想要这个文件了可以手动删除或者先</a:t>
            </a:r>
            <a:r>
              <a:rPr lang="en-US" altLang="zh-CN" dirty="0"/>
              <a:t>commit</a:t>
            </a:r>
            <a:r>
              <a:rPr lang="zh-CN" altLang="en-US" dirty="0"/>
              <a:t>再用</a:t>
            </a:r>
            <a:r>
              <a:rPr lang="en-US" altLang="zh-CN" dirty="0"/>
              <a:t>reset --hard</a:t>
            </a:r>
            <a:r>
              <a:rPr lang="zh-CN" altLang="en-US" dirty="0"/>
              <a:t>删除</a:t>
            </a:r>
            <a:endParaRPr lang="en-US" altLang="zh-CN" dirty="0"/>
          </a:p>
          <a:p>
            <a:pPr marL="139700" indent="0" algn="l">
              <a:buNone/>
            </a:pPr>
            <a:endParaRPr lang="zh-CN" altLang="en-US" dirty="0"/>
          </a:p>
        </p:txBody>
      </p:sp>
      <p:pic>
        <p:nvPicPr>
          <p:cNvPr id="5" name="图片 4">
            <a:extLst>
              <a:ext uri="{FF2B5EF4-FFF2-40B4-BE49-F238E27FC236}">
                <a16:creationId xmlns:a16="http://schemas.microsoft.com/office/drawing/2014/main" id="{1033D37E-C5B0-41D7-8CEB-8E44B39D5462}"/>
              </a:ext>
            </a:extLst>
          </p:cNvPr>
          <p:cNvPicPr>
            <a:picLocks noChangeAspect="1"/>
          </p:cNvPicPr>
          <p:nvPr/>
        </p:nvPicPr>
        <p:blipFill>
          <a:blip r:embed="rId2"/>
          <a:stretch>
            <a:fillRect/>
          </a:stretch>
        </p:blipFill>
        <p:spPr>
          <a:xfrm>
            <a:off x="537993" y="3053866"/>
            <a:ext cx="1873999" cy="1344870"/>
          </a:xfrm>
          <a:prstGeom prst="rect">
            <a:avLst/>
          </a:prstGeom>
        </p:spPr>
      </p:pic>
      <p:sp>
        <p:nvSpPr>
          <p:cNvPr id="6" name="文本占位符 2">
            <a:extLst>
              <a:ext uri="{FF2B5EF4-FFF2-40B4-BE49-F238E27FC236}">
                <a16:creationId xmlns:a16="http://schemas.microsoft.com/office/drawing/2014/main" id="{015C9830-2BD6-43ED-AF4E-A3C557053A4F}"/>
              </a:ext>
            </a:extLst>
          </p:cNvPr>
          <p:cNvSpPr txBox="1">
            <a:spLocks/>
          </p:cNvSpPr>
          <p:nvPr/>
        </p:nvSpPr>
        <p:spPr>
          <a:xfrm>
            <a:off x="2875060" y="3177751"/>
            <a:ext cx="5209760"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marL="139700" indent="0" algn="l">
              <a:buFont typeface="Karla"/>
              <a:buNone/>
            </a:pPr>
            <a:r>
              <a:rPr lang="zh-CN" altLang="en-US" dirty="0"/>
              <a:t>嗯 其实使用</a:t>
            </a:r>
            <a:r>
              <a:rPr lang="en-US" altLang="zh-CN" dirty="0" err="1"/>
              <a:t>vscode</a:t>
            </a:r>
            <a:r>
              <a:rPr lang="zh-CN" altLang="en-US" dirty="0"/>
              <a:t>的放弃更改是非常方便的操作</a:t>
            </a:r>
          </a:p>
        </p:txBody>
      </p:sp>
    </p:spTree>
    <p:extLst>
      <p:ext uri="{BB962C8B-B14F-4D97-AF65-F5344CB8AC3E}">
        <p14:creationId xmlns:p14="http://schemas.microsoft.com/office/powerpoint/2010/main" val="2132265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1CF3E-5D8B-4D3F-8C11-CBDC5C800FB8}"/>
              </a:ext>
            </a:extLst>
          </p:cNvPr>
          <p:cNvSpPr>
            <a:spLocks noGrp="1"/>
          </p:cNvSpPr>
          <p:nvPr>
            <p:ph type="title"/>
          </p:nvPr>
        </p:nvSpPr>
        <p:spPr/>
        <p:txBody>
          <a:bodyPr/>
          <a:lstStyle/>
          <a:p>
            <a:r>
              <a:rPr lang="en-US" altLang="zh-CN" dirty="0"/>
              <a:t>Git add</a:t>
            </a:r>
            <a:r>
              <a:rPr lang="zh-CN" altLang="en-US" dirty="0"/>
              <a:t>之后想反悔怎么办</a:t>
            </a:r>
          </a:p>
        </p:txBody>
      </p:sp>
      <p:sp>
        <p:nvSpPr>
          <p:cNvPr id="3" name="文本占位符 2">
            <a:extLst>
              <a:ext uri="{FF2B5EF4-FFF2-40B4-BE49-F238E27FC236}">
                <a16:creationId xmlns:a16="http://schemas.microsoft.com/office/drawing/2014/main" id="{10AEA179-2347-4CE0-8461-83598EE8117E}"/>
              </a:ext>
            </a:extLst>
          </p:cNvPr>
          <p:cNvSpPr>
            <a:spLocks noGrp="1"/>
          </p:cNvSpPr>
          <p:nvPr>
            <p:ph type="body" idx="1"/>
          </p:nvPr>
        </p:nvSpPr>
        <p:spPr>
          <a:xfrm>
            <a:off x="1012972" y="1602470"/>
            <a:ext cx="7713900" cy="365700"/>
          </a:xfrm>
        </p:spPr>
        <p:txBody>
          <a:bodyPr/>
          <a:lstStyle/>
          <a:p>
            <a:pPr algn="l"/>
            <a:r>
              <a:rPr lang="en-US" altLang="zh-CN" sz="1600" dirty="0"/>
              <a:t>git reset  </a:t>
            </a:r>
            <a:r>
              <a:rPr lang="zh-CN" altLang="en-US" sz="1600" dirty="0"/>
              <a:t>即可将已经添加进暂存区的文件吐出来（吐回工作区）</a:t>
            </a:r>
            <a:endParaRPr lang="en-US" altLang="zh-CN" sz="1600" dirty="0"/>
          </a:p>
          <a:p>
            <a:pPr algn="l"/>
            <a:endParaRPr lang="en-US" altLang="zh-CN" sz="1600" dirty="0"/>
          </a:p>
          <a:p>
            <a:pPr algn="l"/>
            <a:r>
              <a:rPr lang="en-US" altLang="zh-CN" sz="1600" dirty="0"/>
              <a:t>git reset --hard</a:t>
            </a:r>
            <a:r>
              <a:rPr lang="zh-CN" altLang="en-US" sz="1600" dirty="0"/>
              <a:t>则不止是将文件吐出暂存区，还会将其在工作区的痕迹一起嘎掉</a:t>
            </a:r>
            <a:endParaRPr lang="en-US" altLang="zh-CN" sz="1600" dirty="0"/>
          </a:p>
        </p:txBody>
      </p:sp>
      <p:pic>
        <p:nvPicPr>
          <p:cNvPr id="5" name="图片 4">
            <a:extLst>
              <a:ext uri="{FF2B5EF4-FFF2-40B4-BE49-F238E27FC236}">
                <a16:creationId xmlns:a16="http://schemas.microsoft.com/office/drawing/2014/main" id="{9446D29E-9210-41C4-8BCB-2C8914F6E3B6}"/>
              </a:ext>
            </a:extLst>
          </p:cNvPr>
          <p:cNvPicPr>
            <a:picLocks noChangeAspect="1"/>
          </p:cNvPicPr>
          <p:nvPr/>
        </p:nvPicPr>
        <p:blipFill>
          <a:blip r:embed="rId2"/>
          <a:stretch>
            <a:fillRect/>
          </a:stretch>
        </p:blipFill>
        <p:spPr>
          <a:xfrm>
            <a:off x="1012972" y="2661772"/>
            <a:ext cx="2419048" cy="1638095"/>
          </a:xfrm>
          <a:prstGeom prst="rect">
            <a:avLst/>
          </a:prstGeom>
        </p:spPr>
      </p:pic>
      <p:sp>
        <p:nvSpPr>
          <p:cNvPr id="7" name="文本框 6">
            <a:extLst>
              <a:ext uri="{FF2B5EF4-FFF2-40B4-BE49-F238E27FC236}">
                <a16:creationId xmlns:a16="http://schemas.microsoft.com/office/drawing/2014/main" id="{2B82054E-DE5D-4C9D-BD0D-4419E29B2C72}"/>
              </a:ext>
            </a:extLst>
          </p:cNvPr>
          <p:cNvSpPr txBox="1"/>
          <p:nvPr/>
        </p:nvSpPr>
        <p:spPr>
          <a:xfrm>
            <a:off x="4021931" y="2936975"/>
            <a:ext cx="4662488" cy="954107"/>
          </a:xfrm>
          <a:prstGeom prst="rect">
            <a:avLst/>
          </a:prstGeom>
          <a:noFill/>
        </p:spPr>
        <p:txBody>
          <a:bodyPr wrap="square">
            <a:spAutoFit/>
          </a:bodyPr>
          <a:lstStyle/>
          <a:p>
            <a:r>
              <a:rPr lang="zh-CN" altLang="en-US" dirty="0"/>
              <a:t>还有：git rm </a:t>
            </a:r>
            <a:r>
              <a:rPr lang="en-US" altLang="zh-CN" dirty="0"/>
              <a:t>--</a:t>
            </a:r>
            <a:r>
              <a:rPr lang="zh-CN" altLang="en-US" dirty="0"/>
              <a:t>cached </a:t>
            </a:r>
            <a:r>
              <a:rPr lang="en-US" altLang="zh-CN" dirty="0"/>
              <a:t>&lt;</a:t>
            </a:r>
            <a:r>
              <a:rPr lang="en-US" altLang="zh-CN" dirty="0" err="1"/>
              <a:t>file_name</a:t>
            </a:r>
            <a:r>
              <a:rPr lang="en-US" altLang="zh-CN" dirty="0"/>
              <a:t>&gt; </a:t>
            </a:r>
          </a:p>
          <a:p>
            <a:endParaRPr lang="en-US" altLang="zh-CN" dirty="0"/>
          </a:p>
          <a:p>
            <a:r>
              <a:rPr lang="zh-CN" altLang="en-US" dirty="0"/>
              <a:t>这个操作会将指定的文件整个移出暂存区（而不止是上次提交后刚做的更改）</a:t>
            </a:r>
          </a:p>
        </p:txBody>
      </p:sp>
    </p:spTree>
    <p:extLst>
      <p:ext uri="{BB962C8B-B14F-4D97-AF65-F5344CB8AC3E}">
        <p14:creationId xmlns:p14="http://schemas.microsoft.com/office/powerpoint/2010/main" val="2884034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F5F5F5-86EA-4ECD-83A5-6884F366DEB2}"/>
              </a:ext>
            </a:extLst>
          </p:cNvPr>
          <p:cNvSpPr>
            <a:spLocks noGrp="1"/>
          </p:cNvSpPr>
          <p:nvPr>
            <p:ph type="title"/>
          </p:nvPr>
        </p:nvSpPr>
        <p:spPr/>
        <p:txBody>
          <a:bodyPr/>
          <a:lstStyle/>
          <a:p>
            <a:pPr algn="l"/>
            <a:r>
              <a:rPr lang="zh-CN" altLang="en-US" dirty="0"/>
              <a:t>从暂存区到本地仓库：</a:t>
            </a:r>
            <a:r>
              <a:rPr lang="en-US" altLang="zh-CN" dirty="0"/>
              <a:t>commit</a:t>
            </a:r>
            <a:endParaRPr lang="zh-CN" altLang="en-US" dirty="0"/>
          </a:p>
        </p:txBody>
      </p:sp>
      <p:sp>
        <p:nvSpPr>
          <p:cNvPr id="3" name="文本占位符 2">
            <a:extLst>
              <a:ext uri="{FF2B5EF4-FFF2-40B4-BE49-F238E27FC236}">
                <a16:creationId xmlns:a16="http://schemas.microsoft.com/office/drawing/2014/main" id="{D03A22A3-20FA-4F3F-8508-B83966EF40AF}"/>
              </a:ext>
            </a:extLst>
          </p:cNvPr>
          <p:cNvSpPr>
            <a:spLocks noGrp="1"/>
          </p:cNvSpPr>
          <p:nvPr>
            <p:ph type="body" idx="1"/>
          </p:nvPr>
        </p:nvSpPr>
        <p:spPr/>
        <p:txBody>
          <a:bodyPr/>
          <a:lstStyle/>
          <a:p>
            <a:pPr algn="l"/>
            <a:r>
              <a:rPr lang="en-US" altLang="zh-CN" sz="1800" dirty="0"/>
              <a:t>git commit -</a:t>
            </a:r>
            <a:r>
              <a:rPr lang="en-US" altLang="zh-CN" sz="1800" dirty="0" err="1"/>
              <a:t>m”add</a:t>
            </a:r>
            <a:r>
              <a:rPr lang="en-US" altLang="zh-CN" sz="1800" dirty="0"/>
              <a:t> some message to mark this commit” </a:t>
            </a:r>
            <a:endParaRPr lang="zh-CN" altLang="en-US" sz="1800" dirty="0"/>
          </a:p>
        </p:txBody>
      </p:sp>
      <p:pic>
        <p:nvPicPr>
          <p:cNvPr id="5" name="图片 4">
            <a:extLst>
              <a:ext uri="{FF2B5EF4-FFF2-40B4-BE49-F238E27FC236}">
                <a16:creationId xmlns:a16="http://schemas.microsoft.com/office/drawing/2014/main" id="{D094787C-6AA7-4A7D-B1C7-5E64BAD9DECE}"/>
              </a:ext>
            </a:extLst>
          </p:cNvPr>
          <p:cNvPicPr>
            <a:picLocks noChangeAspect="1"/>
          </p:cNvPicPr>
          <p:nvPr/>
        </p:nvPicPr>
        <p:blipFill>
          <a:blip r:embed="rId2"/>
          <a:stretch>
            <a:fillRect/>
          </a:stretch>
        </p:blipFill>
        <p:spPr>
          <a:xfrm>
            <a:off x="528467" y="2011563"/>
            <a:ext cx="1868370" cy="1308586"/>
          </a:xfrm>
          <a:prstGeom prst="rect">
            <a:avLst/>
          </a:prstGeom>
        </p:spPr>
      </p:pic>
      <p:sp>
        <p:nvSpPr>
          <p:cNvPr id="6" name="文本占位符 2">
            <a:extLst>
              <a:ext uri="{FF2B5EF4-FFF2-40B4-BE49-F238E27FC236}">
                <a16:creationId xmlns:a16="http://schemas.microsoft.com/office/drawing/2014/main" id="{52D5290F-62FA-462E-9057-C95C030AD384}"/>
              </a:ext>
            </a:extLst>
          </p:cNvPr>
          <p:cNvSpPr txBox="1">
            <a:spLocks/>
          </p:cNvSpPr>
          <p:nvPr/>
        </p:nvSpPr>
        <p:spPr>
          <a:xfrm>
            <a:off x="2976733" y="1870096"/>
            <a:ext cx="5696212"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zh-CN" altLang="en-US" sz="1600" dirty="0"/>
              <a:t>这里的提交信息必须填 用来对这次提交作必要的解释</a:t>
            </a:r>
            <a:endParaRPr lang="en-US" altLang="zh-CN" sz="1600" dirty="0"/>
          </a:p>
          <a:p>
            <a:pPr algn="l"/>
            <a:r>
              <a:rPr lang="zh-CN" altLang="en-US" sz="1600" dirty="0"/>
              <a:t>上面那句默认提交所有更改，也可以只提交指定文件的修改，</a:t>
            </a:r>
            <a:r>
              <a:rPr lang="en-US" altLang="zh-CN" sz="1600" dirty="0"/>
              <a:t>commit</a:t>
            </a:r>
            <a:r>
              <a:rPr lang="zh-CN" altLang="en-US" sz="1600" dirty="0"/>
              <a:t>加指定文件名即可</a:t>
            </a:r>
            <a:endParaRPr lang="en-US" altLang="zh-CN" sz="1600" dirty="0"/>
          </a:p>
          <a:p>
            <a:pPr algn="l"/>
            <a:r>
              <a:rPr lang="zh-CN" altLang="en-US" sz="1600" dirty="0"/>
              <a:t>一旦提交，你的仓库就会生成一个提交节点</a:t>
            </a:r>
            <a:r>
              <a:rPr lang="en-US" altLang="zh-CN" sz="1600" dirty="0"/>
              <a:t>(</a:t>
            </a:r>
            <a:r>
              <a:rPr lang="zh-CN" altLang="en-US" sz="1600" dirty="0"/>
              <a:t>可用</a:t>
            </a:r>
            <a:r>
              <a:rPr lang="en-US" altLang="zh-CN" sz="1600" dirty="0"/>
              <a:t>git status </a:t>
            </a:r>
            <a:r>
              <a:rPr lang="zh-CN" altLang="en-US" sz="1600" dirty="0"/>
              <a:t>与 </a:t>
            </a:r>
            <a:r>
              <a:rPr lang="en-US" altLang="zh-CN" sz="1600" dirty="0"/>
              <a:t>git log</a:t>
            </a:r>
            <a:r>
              <a:rPr lang="zh-CN" altLang="en-US" sz="1600" dirty="0"/>
              <a:t>查看</a:t>
            </a:r>
            <a:r>
              <a:rPr lang="en-US" altLang="zh-CN" sz="1600" dirty="0"/>
              <a:t>)</a:t>
            </a:r>
          </a:p>
          <a:p>
            <a:pPr algn="l"/>
            <a:r>
              <a:rPr lang="en-US" altLang="zh-CN" sz="1600" dirty="0"/>
              <a:t>git log --graph --pretty=</a:t>
            </a:r>
            <a:r>
              <a:rPr lang="en-US" altLang="zh-CN" sz="1600" dirty="0" err="1"/>
              <a:t>oneline</a:t>
            </a:r>
            <a:r>
              <a:rPr lang="en-US" altLang="zh-CN" sz="1600" dirty="0"/>
              <a:t> --abbrev-commit</a:t>
            </a:r>
            <a:endParaRPr lang="zh-CN" altLang="en-US" sz="1600" dirty="0"/>
          </a:p>
        </p:txBody>
      </p:sp>
      <p:pic>
        <p:nvPicPr>
          <p:cNvPr id="8" name="图片 7">
            <a:extLst>
              <a:ext uri="{FF2B5EF4-FFF2-40B4-BE49-F238E27FC236}">
                <a16:creationId xmlns:a16="http://schemas.microsoft.com/office/drawing/2014/main" id="{D0037FB1-FB2A-4D7A-93EF-5638A4CF1B02}"/>
              </a:ext>
            </a:extLst>
          </p:cNvPr>
          <p:cNvPicPr>
            <a:picLocks noChangeAspect="1"/>
          </p:cNvPicPr>
          <p:nvPr/>
        </p:nvPicPr>
        <p:blipFill>
          <a:blip r:embed="rId3"/>
          <a:stretch>
            <a:fillRect/>
          </a:stretch>
        </p:blipFill>
        <p:spPr>
          <a:xfrm>
            <a:off x="355284" y="3600965"/>
            <a:ext cx="3516629" cy="1121520"/>
          </a:xfrm>
          <a:prstGeom prst="rect">
            <a:avLst/>
          </a:prstGeom>
        </p:spPr>
      </p:pic>
      <p:pic>
        <p:nvPicPr>
          <p:cNvPr id="10" name="图片 9">
            <a:extLst>
              <a:ext uri="{FF2B5EF4-FFF2-40B4-BE49-F238E27FC236}">
                <a16:creationId xmlns:a16="http://schemas.microsoft.com/office/drawing/2014/main" id="{46053C8A-7774-4602-9A54-FF73626F25C9}"/>
              </a:ext>
            </a:extLst>
          </p:cNvPr>
          <p:cNvPicPr>
            <a:picLocks noChangeAspect="1"/>
          </p:cNvPicPr>
          <p:nvPr/>
        </p:nvPicPr>
        <p:blipFill>
          <a:blip r:embed="rId4"/>
          <a:stretch>
            <a:fillRect/>
          </a:stretch>
        </p:blipFill>
        <p:spPr>
          <a:xfrm>
            <a:off x="3990154" y="3761948"/>
            <a:ext cx="3253610" cy="960537"/>
          </a:xfrm>
          <a:prstGeom prst="rect">
            <a:avLst/>
          </a:prstGeom>
        </p:spPr>
      </p:pic>
    </p:spTree>
    <p:extLst>
      <p:ext uri="{BB962C8B-B14F-4D97-AF65-F5344CB8AC3E}">
        <p14:creationId xmlns:p14="http://schemas.microsoft.com/office/powerpoint/2010/main" val="3201611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15FFA7-6447-464A-8676-A72C47CD2A7B}"/>
              </a:ext>
            </a:extLst>
          </p:cNvPr>
          <p:cNvSpPr>
            <a:spLocks noGrp="1"/>
          </p:cNvSpPr>
          <p:nvPr>
            <p:ph type="title"/>
          </p:nvPr>
        </p:nvSpPr>
        <p:spPr/>
        <p:txBody>
          <a:bodyPr/>
          <a:lstStyle/>
          <a:p>
            <a:r>
              <a:rPr lang="zh-CN" altLang="en-US" dirty="0"/>
              <a:t>想要撤销某次提交怎么办：</a:t>
            </a:r>
          </a:p>
        </p:txBody>
      </p:sp>
      <p:sp>
        <p:nvSpPr>
          <p:cNvPr id="3" name="文本占位符 2">
            <a:extLst>
              <a:ext uri="{FF2B5EF4-FFF2-40B4-BE49-F238E27FC236}">
                <a16:creationId xmlns:a16="http://schemas.microsoft.com/office/drawing/2014/main" id="{B5303528-DD52-4ED7-8EB6-7B0AF490F50B}"/>
              </a:ext>
            </a:extLst>
          </p:cNvPr>
          <p:cNvSpPr>
            <a:spLocks noGrp="1"/>
          </p:cNvSpPr>
          <p:nvPr>
            <p:ph type="body" idx="1"/>
          </p:nvPr>
        </p:nvSpPr>
        <p:spPr/>
        <p:txBody>
          <a:bodyPr/>
          <a:lstStyle/>
          <a:p>
            <a:pPr algn="l"/>
            <a:r>
              <a:rPr lang="en-US" altLang="zh-CN" sz="1400" dirty="0"/>
              <a:t>git reset --soft HEAD~1  </a:t>
            </a:r>
            <a:r>
              <a:rPr lang="zh-CN" altLang="en-US" sz="1400" dirty="0"/>
              <a:t>即可将本次</a:t>
            </a:r>
            <a:r>
              <a:rPr lang="en-US" altLang="zh-CN" sz="1400" dirty="0"/>
              <a:t>commit</a:t>
            </a:r>
            <a:r>
              <a:rPr lang="zh-CN" altLang="en-US" sz="1400" dirty="0"/>
              <a:t>丢回暂存区（相当于下图</a:t>
            </a:r>
            <a:r>
              <a:rPr lang="en-US" altLang="zh-CN" sz="1400" dirty="0" err="1"/>
              <a:t>vscode</a:t>
            </a:r>
            <a:r>
              <a:rPr lang="zh-CN" altLang="en-US" sz="1400" dirty="0"/>
              <a:t>的操作）</a:t>
            </a:r>
          </a:p>
        </p:txBody>
      </p:sp>
      <p:pic>
        <p:nvPicPr>
          <p:cNvPr id="7" name="图片 6">
            <a:extLst>
              <a:ext uri="{FF2B5EF4-FFF2-40B4-BE49-F238E27FC236}">
                <a16:creationId xmlns:a16="http://schemas.microsoft.com/office/drawing/2014/main" id="{59188844-1147-4E3B-B834-22F85ABABA3B}"/>
              </a:ext>
            </a:extLst>
          </p:cNvPr>
          <p:cNvPicPr>
            <a:picLocks noChangeAspect="1"/>
          </p:cNvPicPr>
          <p:nvPr/>
        </p:nvPicPr>
        <p:blipFill>
          <a:blip r:embed="rId2"/>
          <a:stretch>
            <a:fillRect/>
          </a:stretch>
        </p:blipFill>
        <p:spPr>
          <a:xfrm>
            <a:off x="798226" y="2103000"/>
            <a:ext cx="2751312" cy="2480135"/>
          </a:xfrm>
          <a:prstGeom prst="rect">
            <a:avLst/>
          </a:prstGeom>
        </p:spPr>
      </p:pic>
      <p:sp>
        <p:nvSpPr>
          <p:cNvPr id="8" name="文本占位符 2">
            <a:extLst>
              <a:ext uri="{FF2B5EF4-FFF2-40B4-BE49-F238E27FC236}">
                <a16:creationId xmlns:a16="http://schemas.microsoft.com/office/drawing/2014/main" id="{05BF246C-C75A-4D6D-A3B7-D5FE07269A84}"/>
              </a:ext>
            </a:extLst>
          </p:cNvPr>
          <p:cNvSpPr txBox="1">
            <a:spLocks/>
          </p:cNvSpPr>
          <p:nvPr/>
        </p:nvSpPr>
        <p:spPr>
          <a:xfrm>
            <a:off x="3783882" y="2285849"/>
            <a:ext cx="4909845" cy="13786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en-US" altLang="zh-CN" sz="1400" dirty="0"/>
              <a:t>git revert  &lt;</a:t>
            </a:r>
            <a:r>
              <a:rPr lang="en-US" altLang="zh-CN" sz="1400" dirty="0" err="1"/>
              <a:t>hash_of_commit</a:t>
            </a:r>
            <a:r>
              <a:rPr lang="en-US" altLang="zh-CN" sz="1400" dirty="0"/>
              <a:t>&gt;   </a:t>
            </a:r>
            <a:r>
              <a:rPr lang="zh-CN" altLang="en-US" sz="1400" dirty="0"/>
              <a:t>是一种不同的回退方法，它通过删除本次的</a:t>
            </a:r>
            <a:r>
              <a:rPr lang="en-US" altLang="zh-CN" sz="1400" dirty="0"/>
              <a:t>commit</a:t>
            </a:r>
            <a:r>
              <a:rPr lang="zh-CN" altLang="en-US" sz="1400" dirty="0"/>
              <a:t>的所有更改并且创建一个新的提交来回到前一个状态，好处是它不仅回到了之前的状态，同时也保存下了被“删除”的那一次</a:t>
            </a:r>
            <a:r>
              <a:rPr lang="en-US" altLang="zh-CN" sz="1400" dirty="0"/>
              <a:t>commit</a:t>
            </a:r>
          </a:p>
          <a:p>
            <a:pPr marL="139700" indent="0" algn="l">
              <a:buNone/>
            </a:pPr>
            <a:endParaRPr lang="zh-CN" altLang="en-US" sz="1400" dirty="0"/>
          </a:p>
        </p:txBody>
      </p:sp>
    </p:spTree>
    <p:extLst>
      <p:ext uri="{BB962C8B-B14F-4D97-AF65-F5344CB8AC3E}">
        <p14:creationId xmlns:p14="http://schemas.microsoft.com/office/powerpoint/2010/main" val="741802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B6FEA9EF-5ECC-4C48-8F59-5DA190F5C758}"/>
              </a:ext>
            </a:extLst>
          </p:cNvPr>
          <p:cNvSpPr>
            <a:spLocks noGrp="1"/>
          </p:cNvSpPr>
          <p:nvPr>
            <p:ph type="body" idx="1"/>
          </p:nvPr>
        </p:nvSpPr>
        <p:spPr/>
        <p:txBody>
          <a:bodyPr/>
          <a:lstStyle/>
          <a:p>
            <a:pPr algn="l"/>
            <a:r>
              <a:rPr lang="en-US" altLang="zh-CN" dirty="0"/>
              <a:t>push </a:t>
            </a:r>
            <a:r>
              <a:rPr lang="zh-CN" altLang="en-US" dirty="0"/>
              <a:t>包括后面的</a:t>
            </a:r>
            <a:r>
              <a:rPr lang="en-US" altLang="zh-CN" dirty="0"/>
              <a:t>pull </a:t>
            </a:r>
            <a:r>
              <a:rPr lang="zh-CN" altLang="en-US" dirty="0"/>
              <a:t>都需要关联远程仓库，</a:t>
            </a:r>
            <a:r>
              <a:rPr lang="en-US" altLang="zh-CN" dirty="0" err="1"/>
              <a:t>vscode</a:t>
            </a:r>
            <a:r>
              <a:rPr lang="zh-CN" altLang="en-US" dirty="0"/>
              <a:t>中关联远程的操作见群文件中</a:t>
            </a:r>
            <a:r>
              <a:rPr lang="en-US" altLang="zh-CN" dirty="0"/>
              <a:t>git</a:t>
            </a:r>
            <a:r>
              <a:rPr lang="zh-CN" altLang="en-US" dirty="0"/>
              <a:t>的配置</a:t>
            </a:r>
            <a:endParaRPr lang="en-US" altLang="zh-CN" dirty="0"/>
          </a:p>
          <a:p>
            <a:pPr algn="l"/>
            <a:endParaRPr lang="en-US" altLang="zh-CN" dirty="0"/>
          </a:p>
          <a:p>
            <a:pPr algn="l"/>
            <a:r>
              <a:rPr lang="zh-CN" altLang="en-US" dirty="0"/>
              <a:t>也可以使用命令行：</a:t>
            </a:r>
            <a:endParaRPr lang="en-US" altLang="zh-CN" dirty="0"/>
          </a:p>
          <a:p>
            <a:pPr algn="l"/>
            <a:endParaRPr lang="en-US" altLang="zh-CN" dirty="0"/>
          </a:p>
          <a:p>
            <a:pPr algn="l"/>
            <a:r>
              <a:rPr lang="en-US" altLang="zh-CN" dirty="0"/>
              <a:t>git remote add &lt;</a:t>
            </a:r>
            <a:r>
              <a:rPr lang="en-US" altLang="zh-CN" dirty="0" err="1"/>
              <a:t>name_of_repo</a:t>
            </a:r>
            <a:r>
              <a:rPr lang="en-US" altLang="zh-CN" dirty="0"/>
              <a:t>&gt;  &lt;</a:t>
            </a:r>
            <a:r>
              <a:rPr lang="en-US" altLang="zh-CN" dirty="0" err="1"/>
              <a:t>url_of_repo</a:t>
            </a:r>
            <a:r>
              <a:rPr lang="en-US" altLang="zh-CN" dirty="0"/>
              <a:t>&gt;  </a:t>
            </a:r>
          </a:p>
          <a:p>
            <a:pPr algn="l"/>
            <a:endParaRPr lang="en-US" altLang="zh-CN" dirty="0"/>
          </a:p>
          <a:p>
            <a:pPr marL="139700" indent="0" algn="l">
              <a:buNone/>
            </a:pPr>
            <a:r>
              <a:rPr lang="en-US" altLang="zh-CN" dirty="0"/>
              <a:t>&lt;</a:t>
            </a:r>
            <a:r>
              <a:rPr lang="en-US" altLang="zh-CN" dirty="0" err="1"/>
              <a:t>name_of_repo</a:t>
            </a:r>
            <a:r>
              <a:rPr lang="en-US" altLang="zh-CN" dirty="0"/>
              <a:t>&gt;</a:t>
            </a:r>
            <a:r>
              <a:rPr lang="zh-CN" altLang="en-US" dirty="0"/>
              <a:t>是自己给仓库的命名，默认一般叫</a:t>
            </a:r>
            <a:r>
              <a:rPr lang="en-US" altLang="zh-CN" dirty="0"/>
              <a:t>origin</a:t>
            </a:r>
          </a:p>
          <a:p>
            <a:pPr marL="139700" indent="0" algn="l">
              <a:buNone/>
            </a:pPr>
            <a:r>
              <a:rPr lang="en-US" altLang="zh-CN" dirty="0"/>
              <a:t>&lt;</a:t>
            </a:r>
            <a:r>
              <a:rPr lang="en-US" altLang="zh-CN" dirty="0" err="1"/>
              <a:t>url_of_repo</a:t>
            </a:r>
            <a:r>
              <a:rPr lang="en-US" altLang="zh-CN" dirty="0"/>
              <a:t>&gt;</a:t>
            </a:r>
            <a:r>
              <a:rPr lang="zh-CN" altLang="en-US" dirty="0"/>
              <a:t>就是在</a:t>
            </a:r>
            <a:r>
              <a:rPr lang="en-US" altLang="zh-CN" dirty="0" err="1"/>
              <a:t>gitee</a:t>
            </a:r>
            <a:r>
              <a:rPr lang="zh-CN" altLang="en-US" dirty="0"/>
              <a:t>或</a:t>
            </a:r>
            <a:r>
              <a:rPr lang="en-US" altLang="zh-CN" dirty="0" err="1"/>
              <a:t>github</a:t>
            </a:r>
            <a:r>
              <a:rPr lang="zh-CN" altLang="en-US" dirty="0"/>
              <a:t>上面复制下来的那个网址</a:t>
            </a:r>
          </a:p>
        </p:txBody>
      </p:sp>
      <p:sp>
        <p:nvSpPr>
          <p:cNvPr id="4" name="标题 1">
            <a:extLst>
              <a:ext uri="{FF2B5EF4-FFF2-40B4-BE49-F238E27FC236}">
                <a16:creationId xmlns:a16="http://schemas.microsoft.com/office/drawing/2014/main" id="{97AA257D-CAA1-4C13-97A7-1D146F6C9142}"/>
              </a:ext>
            </a:extLst>
          </p:cNvPr>
          <p:cNvSpPr>
            <a:spLocks noGrp="1"/>
          </p:cNvSpPr>
          <p:nvPr>
            <p:ph type="title"/>
          </p:nvPr>
        </p:nvSpPr>
        <p:spPr>
          <a:xfrm>
            <a:off x="714375" y="731838"/>
            <a:ext cx="7715250" cy="685800"/>
          </a:xfrm>
        </p:spPr>
        <p:txBody>
          <a:bodyPr/>
          <a:lstStyle/>
          <a:p>
            <a:pPr algn="l"/>
            <a:r>
              <a:rPr lang="zh-CN" altLang="en-US" dirty="0"/>
              <a:t>从本地仓库到远程仓库：</a:t>
            </a:r>
          </a:p>
        </p:txBody>
      </p:sp>
      <p:sp>
        <p:nvSpPr>
          <p:cNvPr id="5" name="文本占位符 2">
            <a:extLst>
              <a:ext uri="{FF2B5EF4-FFF2-40B4-BE49-F238E27FC236}">
                <a16:creationId xmlns:a16="http://schemas.microsoft.com/office/drawing/2014/main" id="{B598BACA-9D8B-40F9-8928-D18E07A94DE7}"/>
              </a:ext>
            </a:extLst>
          </p:cNvPr>
          <p:cNvSpPr txBox="1">
            <a:spLocks/>
          </p:cNvSpPr>
          <p:nvPr/>
        </p:nvSpPr>
        <p:spPr>
          <a:xfrm>
            <a:off x="714375" y="2994901"/>
            <a:ext cx="7713900"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en-US" altLang="zh-CN" dirty="0"/>
              <a:t>git remote –v </a:t>
            </a:r>
            <a:r>
              <a:rPr lang="zh-CN" altLang="en-US" dirty="0"/>
              <a:t>查看远程仓库</a:t>
            </a:r>
            <a:r>
              <a:rPr lang="en-US" altLang="zh-CN" dirty="0"/>
              <a:t> </a:t>
            </a:r>
            <a:endParaRPr lang="zh-CN" altLang="en-US" dirty="0"/>
          </a:p>
        </p:txBody>
      </p:sp>
    </p:spTree>
    <p:extLst>
      <p:ext uri="{BB962C8B-B14F-4D97-AF65-F5344CB8AC3E}">
        <p14:creationId xmlns:p14="http://schemas.microsoft.com/office/powerpoint/2010/main" val="10894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969A2-D575-413B-9827-B367F3F392E0}"/>
              </a:ext>
            </a:extLst>
          </p:cNvPr>
          <p:cNvSpPr>
            <a:spLocks noGrp="1"/>
          </p:cNvSpPr>
          <p:nvPr>
            <p:ph type="title"/>
          </p:nvPr>
        </p:nvSpPr>
        <p:spPr/>
        <p:txBody>
          <a:bodyPr/>
          <a:lstStyle/>
          <a:p>
            <a:pPr algn="l"/>
            <a:r>
              <a:rPr lang="zh-CN" altLang="en-US" dirty="0"/>
              <a:t>从本地仓库到远程仓库：</a:t>
            </a:r>
            <a:r>
              <a:rPr lang="en-US" altLang="zh-CN" dirty="0"/>
              <a:t>push</a:t>
            </a:r>
            <a:endParaRPr lang="zh-CN" altLang="en-US" dirty="0"/>
          </a:p>
        </p:txBody>
      </p:sp>
      <p:sp>
        <p:nvSpPr>
          <p:cNvPr id="3" name="文本占位符 2">
            <a:extLst>
              <a:ext uri="{FF2B5EF4-FFF2-40B4-BE49-F238E27FC236}">
                <a16:creationId xmlns:a16="http://schemas.microsoft.com/office/drawing/2014/main" id="{B850B2E7-EFEF-4114-98D4-D0A39797FB29}"/>
              </a:ext>
            </a:extLst>
          </p:cNvPr>
          <p:cNvSpPr>
            <a:spLocks noGrp="1"/>
          </p:cNvSpPr>
          <p:nvPr>
            <p:ph type="body" idx="1"/>
          </p:nvPr>
        </p:nvSpPr>
        <p:spPr/>
        <p:txBody>
          <a:bodyPr/>
          <a:lstStyle/>
          <a:p>
            <a:pPr algn="l"/>
            <a:r>
              <a:rPr lang="en-US" altLang="zh-CN" sz="1400" dirty="0"/>
              <a:t>git push origin main   </a:t>
            </a:r>
            <a:r>
              <a:rPr lang="zh-CN" altLang="en-US" sz="1400" dirty="0"/>
              <a:t>其中</a:t>
            </a:r>
            <a:r>
              <a:rPr lang="en-US" altLang="zh-CN" sz="1400" dirty="0"/>
              <a:t>origin</a:t>
            </a:r>
            <a:r>
              <a:rPr lang="zh-CN" altLang="en-US" sz="1400" dirty="0"/>
              <a:t>是远程仓库的名字  </a:t>
            </a:r>
            <a:r>
              <a:rPr lang="en-US" altLang="zh-CN" sz="1400" dirty="0"/>
              <a:t>main</a:t>
            </a:r>
            <a:r>
              <a:rPr lang="zh-CN" altLang="en-US" sz="1400" dirty="0"/>
              <a:t>是本地分支的名字</a:t>
            </a:r>
            <a:r>
              <a:rPr lang="en-US" altLang="zh-CN" sz="1400" dirty="0"/>
              <a:t> </a:t>
            </a:r>
            <a:endParaRPr lang="zh-CN" altLang="en-US" sz="1400" dirty="0"/>
          </a:p>
        </p:txBody>
      </p:sp>
      <p:pic>
        <p:nvPicPr>
          <p:cNvPr id="5" name="图片 4">
            <a:extLst>
              <a:ext uri="{FF2B5EF4-FFF2-40B4-BE49-F238E27FC236}">
                <a16:creationId xmlns:a16="http://schemas.microsoft.com/office/drawing/2014/main" id="{2313A096-204E-45DC-BBBD-5BD3282F038B}"/>
              </a:ext>
            </a:extLst>
          </p:cNvPr>
          <p:cNvPicPr>
            <a:picLocks noChangeAspect="1"/>
          </p:cNvPicPr>
          <p:nvPr/>
        </p:nvPicPr>
        <p:blipFill>
          <a:blip r:embed="rId2"/>
          <a:stretch>
            <a:fillRect/>
          </a:stretch>
        </p:blipFill>
        <p:spPr>
          <a:xfrm>
            <a:off x="599935" y="1979880"/>
            <a:ext cx="2591162" cy="1038370"/>
          </a:xfrm>
          <a:prstGeom prst="rect">
            <a:avLst/>
          </a:prstGeom>
        </p:spPr>
      </p:pic>
      <p:pic>
        <p:nvPicPr>
          <p:cNvPr id="7" name="图片 6">
            <a:extLst>
              <a:ext uri="{FF2B5EF4-FFF2-40B4-BE49-F238E27FC236}">
                <a16:creationId xmlns:a16="http://schemas.microsoft.com/office/drawing/2014/main" id="{06EF3FE1-F24B-4764-9A13-4F8ED3BA556F}"/>
              </a:ext>
            </a:extLst>
          </p:cNvPr>
          <p:cNvPicPr>
            <a:picLocks noChangeAspect="1"/>
          </p:cNvPicPr>
          <p:nvPr/>
        </p:nvPicPr>
        <p:blipFill>
          <a:blip r:embed="rId3"/>
          <a:stretch>
            <a:fillRect/>
          </a:stretch>
        </p:blipFill>
        <p:spPr>
          <a:xfrm>
            <a:off x="599935" y="3071598"/>
            <a:ext cx="2438740" cy="724001"/>
          </a:xfrm>
          <a:prstGeom prst="rect">
            <a:avLst/>
          </a:prstGeom>
        </p:spPr>
      </p:pic>
      <p:pic>
        <p:nvPicPr>
          <p:cNvPr id="9" name="图片 8">
            <a:extLst>
              <a:ext uri="{FF2B5EF4-FFF2-40B4-BE49-F238E27FC236}">
                <a16:creationId xmlns:a16="http://schemas.microsoft.com/office/drawing/2014/main" id="{C7D0D3D4-029A-46F4-8B08-DEA67FDB1120}"/>
              </a:ext>
            </a:extLst>
          </p:cNvPr>
          <p:cNvPicPr>
            <a:picLocks noChangeAspect="1"/>
          </p:cNvPicPr>
          <p:nvPr/>
        </p:nvPicPr>
        <p:blipFill>
          <a:blip r:embed="rId4"/>
          <a:stretch>
            <a:fillRect/>
          </a:stretch>
        </p:blipFill>
        <p:spPr>
          <a:xfrm>
            <a:off x="599935" y="3848947"/>
            <a:ext cx="2533333" cy="838095"/>
          </a:xfrm>
          <a:prstGeom prst="rect">
            <a:avLst/>
          </a:prstGeom>
        </p:spPr>
      </p:pic>
      <p:sp>
        <p:nvSpPr>
          <p:cNvPr id="10" name="文本占位符 2">
            <a:extLst>
              <a:ext uri="{FF2B5EF4-FFF2-40B4-BE49-F238E27FC236}">
                <a16:creationId xmlns:a16="http://schemas.microsoft.com/office/drawing/2014/main" id="{ABC17043-0D82-47B4-AB03-54D3BCFBF727}"/>
              </a:ext>
            </a:extLst>
          </p:cNvPr>
          <p:cNvSpPr txBox="1">
            <a:spLocks/>
          </p:cNvSpPr>
          <p:nvPr/>
        </p:nvSpPr>
        <p:spPr>
          <a:xfrm>
            <a:off x="3276740" y="2003478"/>
            <a:ext cx="4889064"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zh-CN" altLang="en-US" sz="1600" dirty="0"/>
              <a:t>推送完成后可以看到这个紫色的云标志，这表示你的这个提交已经上传到远程</a:t>
            </a:r>
            <a:endParaRPr lang="en-US" altLang="zh-CN" sz="1600" dirty="0"/>
          </a:p>
          <a:p>
            <a:pPr marL="139700" indent="0" algn="l">
              <a:buNone/>
            </a:pPr>
            <a:endParaRPr lang="en-US" altLang="zh-CN" sz="1600" dirty="0"/>
          </a:p>
          <a:p>
            <a:pPr algn="l"/>
            <a:r>
              <a:rPr lang="zh-CN" altLang="en-US" sz="1600" dirty="0"/>
              <a:t>蓝色的</a:t>
            </a:r>
            <a:r>
              <a:rPr lang="en-US" altLang="zh-CN" sz="1600" dirty="0"/>
              <a:t>main</a:t>
            </a:r>
            <a:r>
              <a:rPr lang="zh-CN" altLang="en-US" sz="1600" dirty="0"/>
              <a:t>标志表示你的</a:t>
            </a:r>
            <a:r>
              <a:rPr lang="en-US" altLang="zh-CN" sz="1600" dirty="0"/>
              <a:t>main</a:t>
            </a:r>
            <a:r>
              <a:rPr lang="zh-CN" altLang="en-US" sz="1600" dirty="0"/>
              <a:t>分支的</a:t>
            </a:r>
            <a:r>
              <a:rPr lang="en-US" altLang="zh-CN" sz="1600" dirty="0"/>
              <a:t>HEAD</a:t>
            </a:r>
            <a:r>
              <a:rPr lang="zh-CN" altLang="en-US" sz="1600" dirty="0"/>
              <a:t>指针位于这次提交上</a:t>
            </a:r>
            <a:endParaRPr lang="en-US" altLang="zh-CN" sz="1600" dirty="0"/>
          </a:p>
          <a:p>
            <a:pPr algn="l"/>
            <a:endParaRPr lang="en-US" altLang="zh-CN" sz="1600" dirty="0"/>
          </a:p>
          <a:p>
            <a:pPr algn="l"/>
            <a:r>
              <a:rPr lang="zh-CN" altLang="en-US" sz="1600" dirty="0"/>
              <a:t>另：使用</a:t>
            </a:r>
            <a:r>
              <a:rPr lang="en-US" altLang="zh-CN" sz="1600" dirty="0"/>
              <a:t>git push origin main –f  </a:t>
            </a:r>
            <a:r>
              <a:rPr lang="zh-CN" altLang="en-US" sz="1600" dirty="0"/>
              <a:t>去强制将远程仓库变为和当前的本地仓库一摸一样（包括所有的提交关系、分支关系）</a:t>
            </a:r>
            <a:endParaRPr lang="en-US" altLang="zh-CN" sz="1600" dirty="0"/>
          </a:p>
          <a:p>
            <a:pPr algn="l"/>
            <a:endParaRPr lang="en-US" altLang="zh-CN" sz="1600" dirty="0"/>
          </a:p>
          <a:p>
            <a:pPr algn="l"/>
            <a:r>
              <a:rPr lang="zh-CN" altLang="en-US" sz="1600" dirty="0"/>
              <a:t>注意上传到远程时有文件大小限制</a:t>
            </a:r>
          </a:p>
        </p:txBody>
      </p:sp>
    </p:spTree>
    <p:extLst>
      <p:ext uri="{BB962C8B-B14F-4D97-AF65-F5344CB8AC3E}">
        <p14:creationId xmlns:p14="http://schemas.microsoft.com/office/powerpoint/2010/main" val="1029531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1394A7-7F3D-45AC-8EB9-013C61743023}"/>
              </a:ext>
            </a:extLst>
          </p:cNvPr>
          <p:cNvSpPr>
            <a:spLocks noGrp="1"/>
          </p:cNvSpPr>
          <p:nvPr>
            <p:ph type="title"/>
          </p:nvPr>
        </p:nvSpPr>
        <p:spPr/>
        <p:txBody>
          <a:bodyPr/>
          <a:lstStyle/>
          <a:p>
            <a:pPr algn="l"/>
            <a:r>
              <a:rPr lang="zh-CN" altLang="en-US" dirty="0"/>
              <a:t>从远程到本地仓库：</a:t>
            </a:r>
            <a:r>
              <a:rPr lang="en-US" altLang="zh-CN" dirty="0"/>
              <a:t>pull</a:t>
            </a:r>
            <a:endParaRPr lang="zh-CN" altLang="en-US" dirty="0"/>
          </a:p>
        </p:txBody>
      </p:sp>
      <p:sp>
        <p:nvSpPr>
          <p:cNvPr id="3" name="文本占位符 2">
            <a:extLst>
              <a:ext uri="{FF2B5EF4-FFF2-40B4-BE49-F238E27FC236}">
                <a16:creationId xmlns:a16="http://schemas.microsoft.com/office/drawing/2014/main" id="{51D2DC86-7F3A-47E6-BF6F-80D168D03467}"/>
              </a:ext>
            </a:extLst>
          </p:cNvPr>
          <p:cNvSpPr>
            <a:spLocks noGrp="1"/>
          </p:cNvSpPr>
          <p:nvPr>
            <p:ph type="body" idx="1"/>
          </p:nvPr>
        </p:nvSpPr>
        <p:spPr/>
        <p:txBody>
          <a:bodyPr/>
          <a:lstStyle/>
          <a:p>
            <a:pPr algn="l"/>
            <a:r>
              <a:rPr lang="zh-CN" altLang="en-US" sz="1800" dirty="0"/>
              <a:t>如果队友在远程修改了仓库的内容，而我需要在</a:t>
            </a:r>
            <a:r>
              <a:rPr lang="en-US" altLang="zh-CN" sz="1800" dirty="0"/>
              <a:t>ta</a:t>
            </a:r>
            <a:r>
              <a:rPr lang="zh-CN" altLang="en-US" sz="1800" dirty="0"/>
              <a:t>修改后的基础上继续编辑，那么我需要将远程仓库的内容先拉取下来</a:t>
            </a:r>
            <a:endParaRPr lang="en-US" altLang="zh-CN" sz="1800" dirty="0"/>
          </a:p>
          <a:p>
            <a:pPr algn="l"/>
            <a:r>
              <a:rPr lang="en-US" altLang="zh-CN" sz="1800" dirty="0"/>
              <a:t>pull = </a:t>
            </a:r>
            <a:r>
              <a:rPr lang="en-US" altLang="zh-CN" sz="1800" dirty="0" err="1"/>
              <a:t>fetch+merge</a:t>
            </a:r>
            <a:endParaRPr lang="en-US" altLang="zh-CN" sz="1800" dirty="0"/>
          </a:p>
          <a:p>
            <a:pPr algn="l"/>
            <a:r>
              <a:rPr lang="en-US" altLang="zh-CN" sz="2400" dirty="0"/>
              <a:t>git pull origin main   </a:t>
            </a:r>
            <a:r>
              <a:rPr lang="en-US" altLang="zh-CN" sz="1600" dirty="0"/>
              <a:t>origin:</a:t>
            </a:r>
            <a:r>
              <a:rPr lang="zh-CN" altLang="en-US" sz="1400" dirty="0"/>
              <a:t>远程仓库名  </a:t>
            </a:r>
            <a:r>
              <a:rPr lang="en-US" altLang="zh-CN" sz="1400" dirty="0"/>
              <a:t>main:</a:t>
            </a:r>
            <a:r>
              <a:rPr lang="zh-CN" altLang="en-US" sz="1400" dirty="0"/>
              <a:t>远程分支名</a:t>
            </a:r>
            <a:endParaRPr lang="en-US" altLang="zh-CN" sz="2400" dirty="0"/>
          </a:p>
          <a:p>
            <a:pPr algn="l"/>
            <a:endParaRPr lang="zh-CN" altLang="en-US" sz="1800" dirty="0"/>
          </a:p>
        </p:txBody>
      </p:sp>
      <p:pic>
        <p:nvPicPr>
          <p:cNvPr id="9" name="图片 8">
            <a:extLst>
              <a:ext uri="{FF2B5EF4-FFF2-40B4-BE49-F238E27FC236}">
                <a16:creationId xmlns:a16="http://schemas.microsoft.com/office/drawing/2014/main" id="{4AB7A2E3-2266-4112-B9CA-8F9939F47C75}"/>
              </a:ext>
            </a:extLst>
          </p:cNvPr>
          <p:cNvPicPr>
            <a:picLocks noChangeAspect="1"/>
          </p:cNvPicPr>
          <p:nvPr/>
        </p:nvPicPr>
        <p:blipFill>
          <a:blip r:embed="rId2"/>
          <a:stretch>
            <a:fillRect/>
          </a:stretch>
        </p:blipFill>
        <p:spPr>
          <a:xfrm>
            <a:off x="803295" y="3128250"/>
            <a:ext cx="2295238" cy="809524"/>
          </a:xfrm>
          <a:prstGeom prst="rect">
            <a:avLst/>
          </a:prstGeom>
        </p:spPr>
      </p:pic>
      <p:pic>
        <p:nvPicPr>
          <p:cNvPr id="13" name="图片 12">
            <a:extLst>
              <a:ext uri="{FF2B5EF4-FFF2-40B4-BE49-F238E27FC236}">
                <a16:creationId xmlns:a16="http://schemas.microsoft.com/office/drawing/2014/main" id="{49DBBCFA-AC4C-4EBB-AE19-E81FAD8F7AB3}"/>
              </a:ext>
            </a:extLst>
          </p:cNvPr>
          <p:cNvPicPr>
            <a:picLocks noChangeAspect="1"/>
          </p:cNvPicPr>
          <p:nvPr/>
        </p:nvPicPr>
        <p:blipFill>
          <a:blip r:embed="rId3"/>
          <a:stretch>
            <a:fillRect/>
          </a:stretch>
        </p:blipFill>
        <p:spPr>
          <a:xfrm>
            <a:off x="803295" y="3937774"/>
            <a:ext cx="2619048" cy="828571"/>
          </a:xfrm>
          <a:prstGeom prst="rect">
            <a:avLst/>
          </a:prstGeom>
        </p:spPr>
      </p:pic>
      <p:sp>
        <p:nvSpPr>
          <p:cNvPr id="14" name="文本占位符 2">
            <a:extLst>
              <a:ext uri="{FF2B5EF4-FFF2-40B4-BE49-F238E27FC236}">
                <a16:creationId xmlns:a16="http://schemas.microsoft.com/office/drawing/2014/main" id="{19635409-0711-4579-8E4A-278C9173BF0C}"/>
              </a:ext>
            </a:extLst>
          </p:cNvPr>
          <p:cNvSpPr txBox="1">
            <a:spLocks/>
          </p:cNvSpPr>
          <p:nvPr/>
        </p:nvSpPr>
        <p:spPr>
          <a:xfrm>
            <a:off x="3742319" y="2622546"/>
            <a:ext cx="4823657"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zh-CN" altLang="en-US" sz="1800" dirty="0"/>
              <a:t>上面那个图的操作就是</a:t>
            </a:r>
            <a:r>
              <a:rPr lang="en-US" altLang="zh-CN" sz="1800" dirty="0"/>
              <a:t>fetch</a:t>
            </a:r>
            <a:r>
              <a:rPr lang="zh-CN" altLang="en-US" sz="1800" dirty="0"/>
              <a:t>，可以可视化远程与本地的差别（让本地仓库感知远程的变化）</a:t>
            </a:r>
            <a:endParaRPr lang="en-US" altLang="zh-CN" sz="1800" dirty="0"/>
          </a:p>
          <a:p>
            <a:pPr algn="l"/>
            <a:r>
              <a:rPr lang="zh-CN" altLang="en-US" sz="1800" dirty="0"/>
              <a:t>注意</a:t>
            </a:r>
            <a:r>
              <a:rPr lang="en-US" altLang="zh-CN" sz="1800" dirty="0"/>
              <a:t>merge</a:t>
            </a:r>
            <a:r>
              <a:rPr lang="zh-CN" altLang="en-US" sz="1800" dirty="0"/>
              <a:t>的过程是可能会产生冲突的，这是需要手动解决冲突部分才能继续</a:t>
            </a:r>
            <a:r>
              <a:rPr lang="en-US" altLang="zh-CN" sz="1800" dirty="0"/>
              <a:t>merge</a:t>
            </a:r>
          </a:p>
          <a:p>
            <a:pPr algn="l"/>
            <a:r>
              <a:rPr lang="en-US" altLang="zh-CN" sz="1600" dirty="0">
                <a:hlinkClick r:id="rId4"/>
              </a:rPr>
              <a:t>git fetch &amp; pull</a:t>
            </a:r>
            <a:r>
              <a:rPr lang="zh-CN" altLang="en-US" sz="1600" dirty="0">
                <a:hlinkClick r:id="rId4"/>
              </a:rPr>
              <a:t>详解 </a:t>
            </a:r>
            <a:r>
              <a:rPr lang="en-US" altLang="zh-CN" sz="1600" dirty="0">
                <a:hlinkClick r:id="rId4"/>
              </a:rPr>
              <a:t>- </a:t>
            </a:r>
            <a:r>
              <a:rPr lang="en-US" altLang="zh-CN" sz="1600" dirty="0" err="1">
                <a:hlinkClick r:id="rId4"/>
              </a:rPr>
              <a:t>Runner_Jack</a:t>
            </a:r>
            <a:r>
              <a:rPr lang="en-US" altLang="zh-CN" sz="1600" dirty="0">
                <a:hlinkClick r:id="rId4"/>
              </a:rPr>
              <a:t> - </a:t>
            </a:r>
            <a:r>
              <a:rPr lang="zh-CN" altLang="en-US" sz="1600" dirty="0">
                <a:hlinkClick r:id="rId4"/>
              </a:rPr>
              <a:t>博客园</a:t>
            </a:r>
            <a:endParaRPr lang="zh-CN" altLang="en-US" sz="1050" dirty="0"/>
          </a:p>
        </p:txBody>
      </p:sp>
    </p:spTree>
    <p:extLst>
      <p:ext uri="{BB962C8B-B14F-4D97-AF65-F5344CB8AC3E}">
        <p14:creationId xmlns:p14="http://schemas.microsoft.com/office/powerpoint/2010/main" val="665638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2F47B-E6B8-4B50-8370-8F4D3B0200D0}"/>
              </a:ext>
            </a:extLst>
          </p:cNvPr>
          <p:cNvSpPr>
            <a:spLocks noGrp="1"/>
          </p:cNvSpPr>
          <p:nvPr>
            <p:ph type="title"/>
          </p:nvPr>
        </p:nvSpPr>
        <p:spPr>
          <a:xfrm>
            <a:off x="633513" y="548691"/>
            <a:ext cx="7235869" cy="595668"/>
          </a:xfrm>
        </p:spPr>
        <p:txBody>
          <a:bodyPr/>
          <a:lstStyle/>
          <a:p>
            <a:r>
              <a:rPr lang="zh-CN" altLang="en-US" sz="2800" dirty="0"/>
              <a:t>示例：从远程拉取回</a:t>
            </a:r>
            <a:r>
              <a:rPr lang="en-US" altLang="zh-CN" sz="2800" dirty="0"/>
              <a:t>readme</a:t>
            </a:r>
            <a:r>
              <a:rPr lang="zh-CN" altLang="en-US" sz="2800" dirty="0"/>
              <a:t>文档</a:t>
            </a:r>
          </a:p>
        </p:txBody>
      </p:sp>
      <p:sp>
        <p:nvSpPr>
          <p:cNvPr id="3" name="文本占位符 2">
            <a:extLst>
              <a:ext uri="{FF2B5EF4-FFF2-40B4-BE49-F238E27FC236}">
                <a16:creationId xmlns:a16="http://schemas.microsoft.com/office/drawing/2014/main" id="{0570480D-73BB-49DA-B913-1554047520BE}"/>
              </a:ext>
            </a:extLst>
          </p:cNvPr>
          <p:cNvSpPr>
            <a:spLocks noGrp="1"/>
          </p:cNvSpPr>
          <p:nvPr>
            <p:ph type="body" idx="1"/>
          </p:nvPr>
        </p:nvSpPr>
        <p:spPr>
          <a:xfrm>
            <a:off x="633513" y="1051500"/>
            <a:ext cx="7713900" cy="365700"/>
          </a:xfrm>
        </p:spPr>
        <p:txBody>
          <a:bodyPr/>
          <a:lstStyle/>
          <a:p>
            <a:pPr algn="l"/>
            <a:r>
              <a:rPr lang="zh-CN" altLang="en-US" sz="1400" dirty="0"/>
              <a:t>点击“从所有远程库中抓取”，看这个图标，紫色代表远程分支，蓝色代表本地分支，远程发生变动之后其新的提交领先于本地分支，需要用</a:t>
            </a:r>
            <a:r>
              <a:rPr lang="en-US" altLang="zh-CN" sz="1400" dirty="0"/>
              <a:t>pull</a:t>
            </a:r>
            <a:r>
              <a:rPr lang="zh-CN" altLang="en-US" sz="1400" dirty="0"/>
              <a:t>拉回来</a:t>
            </a:r>
            <a:endParaRPr lang="en-US" altLang="zh-CN" sz="1400" dirty="0"/>
          </a:p>
          <a:p>
            <a:pPr algn="l"/>
            <a:endParaRPr lang="en-US" altLang="zh-CN" sz="1400" dirty="0"/>
          </a:p>
          <a:p>
            <a:endParaRPr lang="zh-CN" altLang="en-US" dirty="0"/>
          </a:p>
        </p:txBody>
      </p:sp>
      <p:pic>
        <p:nvPicPr>
          <p:cNvPr id="5" name="图片 4">
            <a:extLst>
              <a:ext uri="{FF2B5EF4-FFF2-40B4-BE49-F238E27FC236}">
                <a16:creationId xmlns:a16="http://schemas.microsoft.com/office/drawing/2014/main" id="{7CA231AF-3D2E-45DA-831F-A3EF3FA9AB1B}"/>
              </a:ext>
            </a:extLst>
          </p:cNvPr>
          <p:cNvPicPr>
            <a:picLocks noChangeAspect="1"/>
          </p:cNvPicPr>
          <p:nvPr/>
        </p:nvPicPr>
        <p:blipFill>
          <a:blip r:embed="rId2"/>
          <a:stretch>
            <a:fillRect/>
          </a:stretch>
        </p:blipFill>
        <p:spPr>
          <a:xfrm>
            <a:off x="633513" y="1647168"/>
            <a:ext cx="2476846" cy="790685"/>
          </a:xfrm>
          <a:prstGeom prst="rect">
            <a:avLst/>
          </a:prstGeom>
        </p:spPr>
      </p:pic>
      <p:pic>
        <p:nvPicPr>
          <p:cNvPr id="9" name="图片 8">
            <a:extLst>
              <a:ext uri="{FF2B5EF4-FFF2-40B4-BE49-F238E27FC236}">
                <a16:creationId xmlns:a16="http://schemas.microsoft.com/office/drawing/2014/main" id="{498B6CA0-05E3-465E-A66C-05036D340683}"/>
              </a:ext>
            </a:extLst>
          </p:cNvPr>
          <p:cNvPicPr>
            <a:picLocks noChangeAspect="1"/>
          </p:cNvPicPr>
          <p:nvPr/>
        </p:nvPicPr>
        <p:blipFill>
          <a:blip r:embed="rId3"/>
          <a:stretch>
            <a:fillRect/>
          </a:stretch>
        </p:blipFill>
        <p:spPr>
          <a:xfrm>
            <a:off x="4277334" y="1641345"/>
            <a:ext cx="2619741" cy="762106"/>
          </a:xfrm>
          <a:prstGeom prst="rect">
            <a:avLst/>
          </a:prstGeom>
        </p:spPr>
      </p:pic>
      <p:sp>
        <p:nvSpPr>
          <p:cNvPr id="10" name="文本占位符 2">
            <a:extLst>
              <a:ext uri="{FF2B5EF4-FFF2-40B4-BE49-F238E27FC236}">
                <a16:creationId xmlns:a16="http://schemas.microsoft.com/office/drawing/2014/main" id="{92A01643-50FB-4096-A832-615342965058}"/>
              </a:ext>
            </a:extLst>
          </p:cNvPr>
          <p:cNvSpPr txBox="1">
            <a:spLocks/>
          </p:cNvSpPr>
          <p:nvPr/>
        </p:nvSpPr>
        <p:spPr>
          <a:xfrm>
            <a:off x="3110359" y="1809421"/>
            <a:ext cx="5505487"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marL="139700" indent="0" algn="l">
              <a:buNone/>
            </a:pPr>
            <a:r>
              <a:rPr lang="en-US" altLang="zh-CN" sz="1400" dirty="0">
                <a:sym typeface="Wingdings" panose="05000000000000000000" pitchFamily="2" charset="2"/>
              </a:rPr>
              <a:t></a:t>
            </a:r>
            <a:endParaRPr lang="en-US" altLang="zh-CN" sz="1400" dirty="0"/>
          </a:p>
          <a:p>
            <a:endParaRPr lang="zh-CN" altLang="en-US" dirty="0"/>
          </a:p>
        </p:txBody>
      </p:sp>
      <p:sp>
        <p:nvSpPr>
          <p:cNvPr id="11" name="文本占位符 2">
            <a:extLst>
              <a:ext uri="{FF2B5EF4-FFF2-40B4-BE49-F238E27FC236}">
                <a16:creationId xmlns:a16="http://schemas.microsoft.com/office/drawing/2014/main" id="{B0B01DE2-B3BF-4782-BF99-7BF0F225290B}"/>
              </a:ext>
            </a:extLst>
          </p:cNvPr>
          <p:cNvSpPr txBox="1">
            <a:spLocks/>
          </p:cNvSpPr>
          <p:nvPr/>
        </p:nvSpPr>
        <p:spPr>
          <a:xfrm>
            <a:off x="394497" y="2522798"/>
            <a:ext cx="8645594"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zh-CN" altLang="en-US" sz="1400" dirty="0"/>
              <a:t>若同时对本地和远程的同一个文件进行不同的修改，合并就会产生冲突：</a:t>
            </a:r>
            <a:endParaRPr lang="en-US" altLang="zh-CN" sz="1400" dirty="0"/>
          </a:p>
          <a:p>
            <a:pPr marL="139700" indent="0" algn="l">
              <a:buNone/>
            </a:pPr>
            <a:r>
              <a:rPr lang="zh-CN" altLang="en-US" sz="1400" dirty="0"/>
              <a:t>此时直接修改冲突文件，解决冲突，再重新将这个文件提交即可</a:t>
            </a:r>
            <a:endParaRPr lang="en-US" altLang="zh-CN" sz="1400" dirty="0"/>
          </a:p>
          <a:p>
            <a:pPr marL="139700" indent="0" algn="l">
              <a:buNone/>
            </a:pPr>
            <a:r>
              <a:rPr lang="en-US" altLang="zh-CN" sz="1400" dirty="0"/>
              <a:t>(</a:t>
            </a:r>
            <a:r>
              <a:rPr lang="zh-CN" altLang="en-US" sz="1400" dirty="0"/>
              <a:t>作为</a:t>
            </a:r>
            <a:r>
              <a:rPr lang="en-US" altLang="zh-CN" sz="1400" dirty="0"/>
              <a:t>merge</a:t>
            </a:r>
            <a:r>
              <a:rPr lang="zh-CN" altLang="en-US" sz="1400" dirty="0"/>
              <a:t>节点的一次</a:t>
            </a:r>
            <a:r>
              <a:rPr lang="en-US" altLang="zh-CN" sz="1400" dirty="0"/>
              <a:t>commit)</a:t>
            </a:r>
          </a:p>
          <a:p>
            <a:pPr marL="139700" indent="0" algn="l">
              <a:buNone/>
            </a:pPr>
            <a:r>
              <a:rPr lang="zh-CN" altLang="en-US" sz="1400" dirty="0"/>
              <a:t>下图分别为 对冲突部分进行统一、重新提交解决冲突后的文件</a:t>
            </a:r>
            <a:r>
              <a:rPr lang="en-US" altLang="zh-CN" sz="1400" dirty="0"/>
              <a:t>(</a:t>
            </a:r>
            <a:r>
              <a:rPr lang="zh-CN" altLang="en-US" sz="1400" dirty="0"/>
              <a:t>图</a:t>
            </a:r>
            <a:r>
              <a:rPr lang="en-US" altLang="zh-CN" sz="1400" dirty="0"/>
              <a:t>2</a:t>
            </a:r>
            <a:r>
              <a:rPr lang="zh-CN" altLang="en-US" sz="1400" dirty="0"/>
              <a:t>和</a:t>
            </a:r>
            <a:r>
              <a:rPr lang="en-US" altLang="zh-CN" sz="1400" dirty="0"/>
              <a:t>3)</a:t>
            </a:r>
            <a:r>
              <a:rPr lang="zh-CN" altLang="en-US" sz="1400" dirty="0"/>
              <a:t>、再次将</a:t>
            </a:r>
            <a:r>
              <a:rPr lang="en-US" altLang="zh-CN" sz="1400" dirty="0"/>
              <a:t>merge</a:t>
            </a:r>
            <a:r>
              <a:rPr lang="zh-CN" altLang="en-US" sz="1400" dirty="0"/>
              <a:t>的提交上传到远程</a:t>
            </a:r>
            <a:endParaRPr lang="en-US" altLang="zh-CN" sz="1400" dirty="0"/>
          </a:p>
          <a:p>
            <a:pPr algn="l"/>
            <a:endParaRPr lang="en-US" altLang="zh-CN" sz="1400" dirty="0"/>
          </a:p>
          <a:p>
            <a:endParaRPr lang="zh-CN" altLang="en-US" dirty="0"/>
          </a:p>
        </p:txBody>
      </p:sp>
      <p:pic>
        <p:nvPicPr>
          <p:cNvPr id="13" name="图片 12">
            <a:extLst>
              <a:ext uri="{FF2B5EF4-FFF2-40B4-BE49-F238E27FC236}">
                <a16:creationId xmlns:a16="http://schemas.microsoft.com/office/drawing/2014/main" id="{7DA7DC66-CC94-485A-AA81-A420FF966ACC}"/>
              </a:ext>
            </a:extLst>
          </p:cNvPr>
          <p:cNvPicPr>
            <a:picLocks noChangeAspect="1"/>
          </p:cNvPicPr>
          <p:nvPr/>
        </p:nvPicPr>
        <p:blipFill>
          <a:blip r:embed="rId4"/>
          <a:stretch>
            <a:fillRect/>
          </a:stretch>
        </p:blipFill>
        <p:spPr>
          <a:xfrm>
            <a:off x="6591787" y="2547310"/>
            <a:ext cx="2157716" cy="414396"/>
          </a:xfrm>
          <a:prstGeom prst="rect">
            <a:avLst/>
          </a:prstGeom>
        </p:spPr>
      </p:pic>
      <p:pic>
        <p:nvPicPr>
          <p:cNvPr id="15" name="图片 14">
            <a:extLst>
              <a:ext uri="{FF2B5EF4-FFF2-40B4-BE49-F238E27FC236}">
                <a16:creationId xmlns:a16="http://schemas.microsoft.com/office/drawing/2014/main" id="{F8CACC57-8F7A-4BD2-95BC-077934C5BB6D}"/>
              </a:ext>
            </a:extLst>
          </p:cNvPr>
          <p:cNvPicPr>
            <a:picLocks noChangeAspect="1"/>
          </p:cNvPicPr>
          <p:nvPr/>
        </p:nvPicPr>
        <p:blipFill rotWithShape="1">
          <a:blip r:embed="rId5"/>
          <a:srcRect r="23124"/>
          <a:stretch/>
        </p:blipFill>
        <p:spPr>
          <a:xfrm>
            <a:off x="438009" y="3685012"/>
            <a:ext cx="3178027" cy="943852"/>
          </a:xfrm>
          <a:prstGeom prst="rect">
            <a:avLst/>
          </a:prstGeom>
        </p:spPr>
      </p:pic>
      <p:pic>
        <p:nvPicPr>
          <p:cNvPr id="17" name="图片 16">
            <a:extLst>
              <a:ext uri="{FF2B5EF4-FFF2-40B4-BE49-F238E27FC236}">
                <a16:creationId xmlns:a16="http://schemas.microsoft.com/office/drawing/2014/main" id="{1E77E705-F6D0-4E78-BB45-A7DD7D67EA35}"/>
              </a:ext>
            </a:extLst>
          </p:cNvPr>
          <p:cNvPicPr>
            <a:picLocks noChangeAspect="1"/>
          </p:cNvPicPr>
          <p:nvPr/>
        </p:nvPicPr>
        <p:blipFill>
          <a:blip r:embed="rId6"/>
          <a:stretch>
            <a:fillRect/>
          </a:stretch>
        </p:blipFill>
        <p:spPr>
          <a:xfrm>
            <a:off x="3888485" y="3624623"/>
            <a:ext cx="1367029" cy="1095528"/>
          </a:xfrm>
          <a:prstGeom prst="rect">
            <a:avLst/>
          </a:prstGeom>
        </p:spPr>
      </p:pic>
      <p:pic>
        <p:nvPicPr>
          <p:cNvPr id="19" name="图片 18">
            <a:extLst>
              <a:ext uri="{FF2B5EF4-FFF2-40B4-BE49-F238E27FC236}">
                <a16:creationId xmlns:a16="http://schemas.microsoft.com/office/drawing/2014/main" id="{09339A4B-4B9F-44ED-BEED-E185013F4815}"/>
              </a:ext>
            </a:extLst>
          </p:cNvPr>
          <p:cNvPicPr>
            <a:picLocks noChangeAspect="1"/>
          </p:cNvPicPr>
          <p:nvPr/>
        </p:nvPicPr>
        <p:blipFill>
          <a:blip r:embed="rId7"/>
          <a:stretch>
            <a:fillRect/>
          </a:stretch>
        </p:blipFill>
        <p:spPr>
          <a:xfrm>
            <a:off x="5386217" y="3722411"/>
            <a:ext cx="1723987" cy="932230"/>
          </a:xfrm>
          <a:prstGeom prst="rect">
            <a:avLst/>
          </a:prstGeom>
        </p:spPr>
      </p:pic>
      <p:pic>
        <p:nvPicPr>
          <p:cNvPr id="21" name="图片 20">
            <a:extLst>
              <a:ext uri="{FF2B5EF4-FFF2-40B4-BE49-F238E27FC236}">
                <a16:creationId xmlns:a16="http://schemas.microsoft.com/office/drawing/2014/main" id="{F5B8161D-E45D-4379-A010-CF5412714184}"/>
              </a:ext>
            </a:extLst>
          </p:cNvPr>
          <p:cNvPicPr>
            <a:picLocks noChangeAspect="1"/>
          </p:cNvPicPr>
          <p:nvPr/>
        </p:nvPicPr>
        <p:blipFill>
          <a:blip r:embed="rId8"/>
          <a:stretch>
            <a:fillRect/>
          </a:stretch>
        </p:blipFill>
        <p:spPr>
          <a:xfrm>
            <a:off x="7240907" y="3723660"/>
            <a:ext cx="1547683" cy="943852"/>
          </a:xfrm>
          <a:prstGeom prst="rect">
            <a:avLst/>
          </a:prstGeom>
        </p:spPr>
      </p:pic>
    </p:spTree>
    <p:extLst>
      <p:ext uri="{BB962C8B-B14F-4D97-AF65-F5344CB8AC3E}">
        <p14:creationId xmlns:p14="http://schemas.microsoft.com/office/powerpoint/2010/main" val="3300404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C56423-A7EE-4EBC-8D35-2185AA5BD96B}"/>
              </a:ext>
            </a:extLst>
          </p:cNvPr>
          <p:cNvSpPr>
            <a:spLocks noGrp="1"/>
          </p:cNvSpPr>
          <p:nvPr>
            <p:ph type="title"/>
          </p:nvPr>
        </p:nvSpPr>
        <p:spPr>
          <a:xfrm>
            <a:off x="715100" y="731400"/>
            <a:ext cx="8271738" cy="685800"/>
          </a:xfrm>
        </p:spPr>
        <p:txBody>
          <a:bodyPr/>
          <a:lstStyle/>
          <a:p>
            <a:pPr algn="l"/>
            <a:r>
              <a:rPr lang="en-US" altLang="zh-CN" sz="2800" dirty="0">
                <a:solidFill>
                  <a:srgbClr val="4D4D4D"/>
                </a:solidFill>
                <a:latin typeface="Abadi" panose="020B0604020104020204" pitchFamily="34" charset="0"/>
              </a:rPr>
              <a:t>pull</a:t>
            </a:r>
            <a:r>
              <a:rPr lang="zh-CN" altLang="en-US" sz="2800" b="0" i="0" dirty="0">
                <a:solidFill>
                  <a:srgbClr val="4D4D4D"/>
                </a:solidFill>
                <a:effectLst/>
                <a:latin typeface="Abadi" panose="020B0604020104020204" pitchFamily="34" charset="0"/>
              </a:rPr>
              <a:t>遇到</a:t>
            </a:r>
            <a:r>
              <a:rPr lang="en-US" altLang="zh-CN" sz="2800" b="0" i="0" dirty="0">
                <a:solidFill>
                  <a:srgbClr val="4D4D4D"/>
                </a:solidFill>
                <a:effectLst/>
                <a:latin typeface="Abadi" panose="020B0604020104020204" pitchFamily="34" charset="0"/>
              </a:rPr>
              <a:t>fatal: refusing to merge unrelated histories</a:t>
            </a:r>
            <a:r>
              <a:rPr lang="zh-CN" altLang="en-US" sz="2800" b="0" i="0" dirty="0">
                <a:solidFill>
                  <a:srgbClr val="4D4D4D"/>
                </a:solidFill>
                <a:effectLst/>
                <a:latin typeface="Abadi" panose="020B0604020104020204" pitchFamily="34" charset="0"/>
              </a:rPr>
              <a:t>？</a:t>
            </a:r>
            <a:endParaRPr lang="zh-CN" altLang="en-US" sz="2800" dirty="0"/>
          </a:p>
        </p:txBody>
      </p:sp>
      <p:sp>
        <p:nvSpPr>
          <p:cNvPr id="3" name="文本占位符 2">
            <a:extLst>
              <a:ext uri="{FF2B5EF4-FFF2-40B4-BE49-F238E27FC236}">
                <a16:creationId xmlns:a16="http://schemas.microsoft.com/office/drawing/2014/main" id="{55C0D988-1426-417F-B425-4F2451C202E1}"/>
              </a:ext>
            </a:extLst>
          </p:cNvPr>
          <p:cNvSpPr>
            <a:spLocks noGrp="1"/>
          </p:cNvSpPr>
          <p:nvPr>
            <p:ph type="body" idx="1"/>
          </p:nvPr>
        </p:nvSpPr>
        <p:spPr/>
        <p:txBody>
          <a:bodyPr/>
          <a:lstStyle/>
          <a:p>
            <a:pPr algn="l"/>
            <a:r>
              <a:rPr lang="zh-CN" altLang="en-US" dirty="0"/>
              <a:t>原因是此时你的本地仓库和远程仓库分支关系不同，具有不同的提交历史</a:t>
            </a:r>
            <a:endParaRPr lang="en-US" altLang="zh-CN" dirty="0"/>
          </a:p>
          <a:p>
            <a:pPr algn="l"/>
            <a:endParaRPr lang="en-US" altLang="zh-CN" dirty="0"/>
          </a:p>
          <a:p>
            <a:pPr algn="l"/>
            <a:r>
              <a:rPr lang="zh-CN" altLang="en-US" dirty="0"/>
              <a:t>解决方法：</a:t>
            </a:r>
            <a:endParaRPr lang="en-US" altLang="zh-CN" dirty="0"/>
          </a:p>
          <a:p>
            <a:pPr algn="l"/>
            <a:endParaRPr lang="en-US" altLang="zh-CN" dirty="0"/>
          </a:p>
          <a:p>
            <a:pPr algn="l"/>
            <a:r>
              <a:rPr lang="en-US" altLang="zh-CN" dirty="0"/>
              <a:t>(1)</a:t>
            </a:r>
            <a:r>
              <a:rPr lang="zh-CN" altLang="en-US" dirty="0"/>
              <a:t>允许不相关历史提交并强制合并，这时你会发现该拉取的确实都拉取下来了，但你的</a:t>
            </a:r>
            <a:r>
              <a:rPr lang="en-US" altLang="zh-CN" dirty="0"/>
              <a:t>commit</a:t>
            </a:r>
            <a:r>
              <a:rPr lang="zh-CN" altLang="en-US" dirty="0"/>
              <a:t>支路就断成了两截，因为</a:t>
            </a:r>
            <a:r>
              <a:rPr lang="en-US" altLang="zh-CN" dirty="0"/>
              <a:t>pull</a:t>
            </a:r>
            <a:r>
              <a:rPr lang="zh-CN" altLang="en-US" dirty="0"/>
              <a:t>下来的</a:t>
            </a:r>
            <a:r>
              <a:rPr lang="en-US" altLang="zh-CN" dirty="0"/>
              <a:t>commit</a:t>
            </a:r>
            <a:r>
              <a:rPr lang="zh-CN" altLang="en-US" dirty="0"/>
              <a:t>历史与本地的无法融合</a:t>
            </a:r>
            <a:endParaRPr lang="en-US" altLang="zh-CN" dirty="0"/>
          </a:p>
          <a:p>
            <a:pPr algn="l"/>
            <a:endParaRPr lang="en-US" altLang="zh-CN" dirty="0"/>
          </a:p>
          <a:p>
            <a:pPr marL="139700" indent="0" algn="l">
              <a:buNone/>
            </a:pPr>
            <a:r>
              <a:rPr lang="en-US" altLang="zh-CN" dirty="0"/>
              <a:t>	git</a:t>
            </a:r>
            <a:r>
              <a:rPr lang="en-US" altLang="zh-CN" b="0" i="0" dirty="0">
                <a:solidFill>
                  <a:srgbClr val="4D4D4D"/>
                </a:solidFill>
                <a:effectLst/>
              </a:rPr>
              <a:t>  pull origin master --allow-unrelated-histories</a:t>
            </a:r>
            <a:endParaRPr lang="en-US" altLang="zh-CN" dirty="0"/>
          </a:p>
          <a:p>
            <a:pPr algn="l"/>
            <a:endParaRPr lang="en-US" altLang="zh-CN" dirty="0"/>
          </a:p>
          <a:p>
            <a:pPr algn="l"/>
            <a:endParaRPr lang="en-US" altLang="zh-CN" dirty="0"/>
          </a:p>
          <a:p>
            <a:pPr algn="l"/>
            <a:r>
              <a:rPr lang="en-US" altLang="zh-CN" dirty="0"/>
              <a:t>(2)</a:t>
            </a:r>
            <a:r>
              <a:rPr lang="zh-CN" altLang="en-US" dirty="0"/>
              <a:t>放弃远程已有的历史，一切按照本地的来：</a:t>
            </a:r>
            <a:endParaRPr lang="en-US" altLang="zh-CN" dirty="0"/>
          </a:p>
          <a:p>
            <a:pPr algn="l"/>
            <a:endParaRPr lang="en-US" altLang="zh-CN" dirty="0"/>
          </a:p>
          <a:p>
            <a:pPr marL="139700" indent="0" algn="l">
              <a:buNone/>
            </a:pPr>
            <a:r>
              <a:rPr lang="en-US" altLang="zh-CN" dirty="0"/>
              <a:t>	git</a:t>
            </a:r>
            <a:r>
              <a:rPr lang="zh-CN" altLang="en-US" dirty="0"/>
              <a:t> </a:t>
            </a:r>
            <a:r>
              <a:rPr lang="en-US" altLang="zh-CN" dirty="0"/>
              <a:t>push origin main –f</a:t>
            </a:r>
          </a:p>
          <a:p>
            <a:pPr marL="139700" indent="0" algn="l">
              <a:buNone/>
            </a:pPr>
            <a:r>
              <a:rPr lang="en-US" altLang="zh-CN" dirty="0"/>
              <a:t>  </a:t>
            </a:r>
          </a:p>
          <a:p>
            <a:pPr marL="139700" indent="0" algn="l">
              <a:buNone/>
            </a:pPr>
            <a:r>
              <a:rPr lang="zh-CN" altLang="en-US" dirty="0"/>
              <a:t>意思是先把本地仓库强制推送至远程，这会让远程变得和本地一模一样。</a:t>
            </a:r>
          </a:p>
        </p:txBody>
      </p:sp>
    </p:spTree>
    <p:extLst>
      <p:ext uri="{BB962C8B-B14F-4D97-AF65-F5344CB8AC3E}">
        <p14:creationId xmlns:p14="http://schemas.microsoft.com/office/powerpoint/2010/main" val="287135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8F9F0D-FA70-46B2-A6E0-82F3A2C8F3F3}"/>
              </a:ext>
            </a:extLst>
          </p:cNvPr>
          <p:cNvSpPr>
            <a:spLocks noGrp="1"/>
          </p:cNvSpPr>
          <p:nvPr>
            <p:ph type="title"/>
          </p:nvPr>
        </p:nvSpPr>
        <p:spPr/>
        <p:txBody>
          <a:bodyPr/>
          <a:lstStyle/>
          <a:p>
            <a:r>
              <a:rPr lang="zh-CN" altLang="en-US" dirty="0"/>
              <a:t>将远程某个仓库复制到本地：</a:t>
            </a:r>
            <a:r>
              <a:rPr lang="en-US" altLang="zh-CN" dirty="0"/>
              <a:t>clone</a:t>
            </a:r>
            <a:endParaRPr lang="zh-CN" altLang="en-US" dirty="0"/>
          </a:p>
        </p:txBody>
      </p:sp>
      <p:sp>
        <p:nvSpPr>
          <p:cNvPr id="3" name="文本占位符 2">
            <a:extLst>
              <a:ext uri="{FF2B5EF4-FFF2-40B4-BE49-F238E27FC236}">
                <a16:creationId xmlns:a16="http://schemas.microsoft.com/office/drawing/2014/main" id="{04D38502-0DE5-48EB-BB9F-C721746D117C}"/>
              </a:ext>
            </a:extLst>
          </p:cNvPr>
          <p:cNvSpPr>
            <a:spLocks noGrp="1"/>
          </p:cNvSpPr>
          <p:nvPr>
            <p:ph type="body" idx="1"/>
          </p:nvPr>
        </p:nvSpPr>
        <p:spPr/>
        <p:txBody>
          <a:bodyPr/>
          <a:lstStyle/>
          <a:p>
            <a:pPr algn="l"/>
            <a:r>
              <a:rPr lang="en-US" altLang="zh-CN" sz="1400" dirty="0"/>
              <a:t>git clone &lt;</a:t>
            </a:r>
            <a:r>
              <a:rPr lang="en-US" altLang="zh-CN" sz="1400" dirty="0" err="1"/>
              <a:t>repo_url</a:t>
            </a:r>
            <a:r>
              <a:rPr lang="en-US" altLang="zh-CN" sz="1400"/>
              <a:t>&gt;   </a:t>
            </a:r>
            <a:r>
              <a:rPr lang="en-US" altLang="zh-CN" sz="1400" dirty="0" err="1"/>
              <a:t>url</a:t>
            </a:r>
            <a:r>
              <a:rPr lang="zh-CN" altLang="en-US" sz="1400" dirty="0"/>
              <a:t>是远程</a:t>
            </a:r>
            <a:r>
              <a:rPr lang="en-US" altLang="zh-CN" sz="1400" dirty="0"/>
              <a:t>git</a:t>
            </a:r>
            <a:r>
              <a:rPr lang="zh-CN" altLang="en-US" sz="1400" dirty="0"/>
              <a:t>仓库地址，如</a:t>
            </a:r>
            <a:r>
              <a:rPr lang="en-US" altLang="zh-CN" sz="1400" dirty="0">
                <a:hlinkClick r:id="rId2"/>
              </a:rPr>
              <a:t>https://gitee.com/xxxx/xxx.git</a:t>
            </a:r>
            <a:r>
              <a:rPr lang="en-US" altLang="zh-CN" sz="1400" dirty="0"/>
              <a:t>,</a:t>
            </a:r>
            <a:r>
              <a:rPr lang="zh-CN" altLang="en-US" sz="1400" dirty="0"/>
              <a:t>即之前添加远程仓库时用的那个</a:t>
            </a:r>
            <a:r>
              <a:rPr lang="en-US" altLang="zh-CN" sz="1400" dirty="0" err="1"/>
              <a:t>url</a:t>
            </a:r>
            <a:endParaRPr lang="en-US" altLang="zh-CN" sz="1400" dirty="0"/>
          </a:p>
          <a:p>
            <a:pPr algn="l"/>
            <a:endParaRPr lang="en-US" altLang="zh-CN" sz="1400" dirty="0"/>
          </a:p>
          <a:p>
            <a:pPr algn="l"/>
            <a:r>
              <a:rPr lang="en-US" altLang="zh-CN" sz="1400" dirty="0"/>
              <a:t>Clone</a:t>
            </a:r>
            <a:r>
              <a:rPr lang="zh-CN" altLang="en-US" sz="1400" dirty="0"/>
              <a:t>会把整个远程仓库</a:t>
            </a:r>
            <a:r>
              <a:rPr lang="en-US" altLang="zh-CN" sz="1400" dirty="0"/>
              <a:t>copy</a:t>
            </a:r>
            <a:r>
              <a:rPr lang="zh-CN" altLang="en-US" sz="1400" dirty="0"/>
              <a:t>到本地仓库</a:t>
            </a:r>
            <a:endParaRPr lang="en-US" altLang="zh-CN" sz="1400" dirty="0"/>
          </a:p>
          <a:p>
            <a:pPr algn="l"/>
            <a:endParaRPr lang="en-US" altLang="zh-CN" sz="1400" dirty="0"/>
          </a:p>
          <a:p>
            <a:pPr algn="l"/>
            <a:r>
              <a:rPr lang="en-US" altLang="zh-CN" sz="1400" dirty="0"/>
              <a:t>Clone</a:t>
            </a:r>
            <a:r>
              <a:rPr lang="zh-CN" altLang="en-US" sz="1400" dirty="0"/>
              <a:t>不需要本地关联这个远程仓库，只要有网址就能直接克隆</a:t>
            </a:r>
            <a:endParaRPr lang="en-US" altLang="zh-CN" sz="1400" dirty="0"/>
          </a:p>
        </p:txBody>
      </p:sp>
    </p:spTree>
    <p:extLst>
      <p:ext uri="{BB962C8B-B14F-4D97-AF65-F5344CB8AC3E}">
        <p14:creationId xmlns:p14="http://schemas.microsoft.com/office/powerpoint/2010/main" val="2294610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grpSp>
        <p:nvGrpSpPr>
          <p:cNvPr id="1033" name="Google Shape;1033;p47"/>
          <p:cNvGrpSpPr/>
          <p:nvPr/>
        </p:nvGrpSpPr>
        <p:grpSpPr>
          <a:xfrm>
            <a:off x="5022725" y="1243388"/>
            <a:ext cx="3657590" cy="348347"/>
            <a:chOff x="4572050" y="100025"/>
            <a:chExt cx="3657590" cy="348347"/>
          </a:xfrm>
        </p:grpSpPr>
        <p:sp>
          <p:nvSpPr>
            <p:cNvPr id="1034" name="Google Shape;1034;p47"/>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35" name="Google Shape;1035;p47"/>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36" name="Google Shape;1036;p47"/>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37" name="Google Shape;1037;p47"/>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38" name="Google Shape;1038;p47"/>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39" name="Google Shape;1039;p47"/>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40" name="Google Shape;1040;p47"/>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41" name="Google Shape;1041;p47"/>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42" name="Google Shape;1042;p47"/>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43" name="Google Shape;1043;p47"/>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44" name="Google Shape;1044;p47"/>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45" name="Google Shape;1045;p47"/>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
        <p:nvSpPr>
          <p:cNvPr id="1046" name="Google Shape;1046;p47"/>
          <p:cNvSpPr txBox="1">
            <a:spLocks noGrp="1"/>
          </p:cNvSpPr>
          <p:nvPr>
            <p:ph type="title"/>
          </p:nvPr>
        </p:nvSpPr>
        <p:spPr>
          <a:xfrm>
            <a:off x="1371600" y="1657350"/>
            <a:ext cx="6400800" cy="182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7200" dirty="0"/>
              <a:t>稍作拓展</a:t>
            </a:r>
            <a:endParaRPr lang="en-GB" sz="7200" dirty="0"/>
          </a:p>
        </p:txBody>
      </p:sp>
      <p:sp>
        <p:nvSpPr>
          <p:cNvPr id="1047" name="Google Shape;1047;p47"/>
          <p:cNvSpPr txBox="1">
            <a:spLocks noGrp="1"/>
          </p:cNvSpPr>
          <p:nvPr>
            <p:ph type="subTitle" idx="1"/>
          </p:nvPr>
        </p:nvSpPr>
        <p:spPr>
          <a:xfrm>
            <a:off x="1828850" y="3877100"/>
            <a:ext cx="54864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Reset?</a:t>
            </a:r>
            <a:r>
              <a:rPr lang="zh-CN" altLang="en-US" dirty="0"/>
              <a:t>分支？</a:t>
            </a:r>
            <a:r>
              <a:rPr lang="en-US" altLang="zh-CN" dirty="0"/>
              <a:t>Head </a:t>
            </a:r>
            <a:r>
              <a:rPr lang="en-US" altLang="zh-CN" dirty="0" err="1"/>
              <a:t>detached?rebase</a:t>
            </a:r>
            <a:r>
              <a:rPr lang="en-US" altLang="zh-CN" dirty="0"/>
              <a:t>?</a:t>
            </a:r>
            <a:endParaRPr lang="en-GB" dirty="0"/>
          </a:p>
        </p:txBody>
      </p:sp>
      <p:sp>
        <p:nvSpPr>
          <p:cNvPr id="1048" name="Google Shape;1048;p47"/>
          <p:cNvSpPr/>
          <p:nvPr/>
        </p:nvSpPr>
        <p:spPr>
          <a:xfrm rot="-2700000">
            <a:off x="7125203" y="4050192"/>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49" name="Google Shape;1049;p47"/>
          <p:cNvSpPr/>
          <p:nvPr/>
        </p:nvSpPr>
        <p:spPr>
          <a:xfrm>
            <a:off x="4354774" y="133502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50" name="Google Shape;1050;p47"/>
          <p:cNvSpPr/>
          <p:nvPr/>
        </p:nvSpPr>
        <p:spPr>
          <a:xfrm>
            <a:off x="7156362" y="358425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51" name="Google Shape;1051;p47"/>
          <p:cNvSpPr/>
          <p:nvPr/>
        </p:nvSpPr>
        <p:spPr>
          <a:xfrm>
            <a:off x="6924022" y="343560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052" name="Google Shape;1052;p47"/>
          <p:cNvGrpSpPr/>
          <p:nvPr/>
        </p:nvGrpSpPr>
        <p:grpSpPr>
          <a:xfrm>
            <a:off x="136938" y="1074640"/>
            <a:ext cx="1827475" cy="1051350"/>
            <a:chOff x="274188" y="1278048"/>
            <a:chExt cx="1827475" cy="1051350"/>
          </a:xfrm>
        </p:grpSpPr>
        <p:sp>
          <p:nvSpPr>
            <p:cNvPr id="1053" name="Google Shape;1053;p47"/>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054" name="Google Shape;1054;p47"/>
            <p:cNvGrpSpPr/>
            <p:nvPr/>
          </p:nvGrpSpPr>
          <p:grpSpPr>
            <a:xfrm>
              <a:off x="274188" y="1278048"/>
              <a:ext cx="1737300" cy="960000"/>
              <a:chOff x="7146475" y="2190661"/>
              <a:chExt cx="1737300" cy="960000"/>
            </a:xfrm>
          </p:grpSpPr>
          <p:sp>
            <p:nvSpPr>
              <p:cNvPr id="1055" name="Google Shape;1055;p47"/>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1056" name="Google Shape;1056;p47"/>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1057" name="Google Shape;1057;p47"/>
            <p:cNvGrpSpPr/>
            <p:nvPr/>
          </p:nvGrpSpPr>
          <p:grpSpPr>
            <a:xfrm>
              <a:off x="447057" y="1555937"/>
              <a:ext cx="1391436" cy="587426"/>
              <a:chOff x="817139" y="2952501"/>
              <a:chExt cx="1391436" cy="587426"/>
            </a:xfrm>
          </p:grpSpPr>
          <p:sp>
            <p:nvSpPr>
              <p:cNvPr id="1058" name="Google Shape;1058;p47"/>
              <p:cNvSpPr/>
              <p:nvPr/>
            </p:nvSpPr>
            <p:spPr>
              <a:xfrm>
                <a:off x="834354" y="3033062"/>
                <a:ext cx="328236" cy="324038"/>
              </a:xfrm>
              <a:custGeom>
                <a:avLst/>
                <a:gdLst/>
                <a:ahLst/>
                <a:cxnLst/>
                <a:rect l="l" t="t" r="r" b="b"/>
                <a:pathLst>
                  <a:path w="8732" h="8733" extrusionOk="0">
                    <a:moveTo>
                      <a:pt x="4366" y="1"/>
                    </a:moveTo>
                    <a:cubicBezTo>
                      <a:pt x="1951" y="1"/>
                      <a:pt x="0" y="1952"/>
                      <a:pt x="0" y="4366"/>
                    </a:cubicBezTo>
                    <a:cubicBezTo>
                      <a:pt x="0" y="6757"/>
                      <a:pt x="1951" y="8732"/>
                      <a:pt x="4366" y="8732"/>
                    </a:cubicBezTo>
                    <a:cubicBezTo>
                      <a:pt x="6780" y="8732"/>
                      <a:pt x="8732" y="6757"/>
                      <a:pt x="8732" y="4366"/>
                    </a:cubicBezTo>
                    <a:cubicBezTo>
                      <a:pt x="8732" y="1952"/>
                      <a:pt x="6780" y="1"/>
                      <a:pt x="43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59" name="Google Shape;1059;p47"/>
              <p:cNvSpPr/>
              <p:nvPr/>
            </p:nvSpPr>
            <p:spPr>
              <a:xfrm>
                <a:off x="817139" y="3173107"/>
                <a:ext cx="735110" cy="366820"/>
              </a:xfrm>
              <a:custGeom>
                <a:avLst/>
                <a:gdLst/>
                <a:ahLst/>
                <a:cxnLst/>
                <a:rect l="l" t="t" r="r" b="b"/>
                <a:pathLst>
                  <a:path w="19556" h="9886" extrusionOk="0">
                    <a:moveTo>
                      <a:pt x="10025" y="0"/>
                    </a:moveTo>
                    <a:cubicBezTo>
                      <a:pt x="7970" y="0"/>
                      <a:pt x="5937" y="1254"/>
                      <a:pt x="5263" y="3544"/>
                    </a:cubicBezTo>
                    <a:cubicBezTo>
                      <a:pt x="4773" y="3298"/>
                      <a:pt x="4258" y="3184"/>
                      <a:pt x="3754" y="3184"/>
                    </a:cubicBezTo>
                    <a:cubicBezTo>
                      <a:pt x="2252" y="3184"/>
                      <a:pt x="848" y="4199"/>
                      <a:pt x="482" y="5787"/>
                    </a:cubicBezTo>
                    <a:cubicBezTo>
                      <a:pt x="0" y="7884"/>
                      <a:pt x="1590" y="9886"/>
                      <a:pt x="3723" y="9886"/>
                    </a:cubicBezTo>
                    <a:cubicBezTo>
                      <a:pt x="3748" y="9886"/>
                      <a:pt x="3774" y="9885"/>
                      <a:pt x="3799" y="9885"/>
                    </a:cubicBezTo>
                    <a:lnTo>
                      <a:pt x="15531" y="9885"/>
                    </a:lnTo>
                    <a:cubicBezTo>
                      <a:pt x="17750" y="9885"/>
                      <a:pt x="19555" y="8104"/>
                      <a:pt x="19555" y="5885"/>
                    </a:cubicBezTo>
                    <a:cubicBezTo>
                      <a:pt x="19555" y="3641"/>
                      <a:pt x="17750" y="1861"/>
                      <a:pt x="15531" y="1861"/>
                    </a:cubicBezTo>
                    <a:cubicBezTo>
                      <a:pt x="15019" y="1861"/>
                      <a:pt x="14531" y="1958"/>
                      <a:pt x="14068" y="2129"/>
                    </a:cubicBezTo>
                    <a:cubicBezTo>
                      <a:pt x="13064" y="681"/>
                      <a:pt x="11538" y="0"/>
                      <a:pt x="1002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60" name="Google Shape;1060;p47"/>
              <p:cNvSpPr/>
              <p:nvPr/>
            </p:nvSpPr>
            <p:spPr>
              <a:xfrm>
                <a:off x="1739143" y="2952501"/>
                <a:ext cx="162314" cy="219958"/>
              </a:xfrm>
              <a:custGeom>
                <a:avLst/>
                <a:gdLst/>
                <a:ahLst/>
                <a:cxnLst/>
                <a:rect l="l" t="t" r="r" b="b"/>
                <a:pathLst>
                  <a:path w="4318" h="5928" extrusionOk="0">
                    <a:moveTo>
                      <a:pt x="2245" y="1"/>
                    </a:moveTo>
                    <a:cubicBezTo>
                      <a:pt x="1976" y="1"/>
                      <a:pt x="1708" y="25"/>
                      <a:pt x="1440" y="99"/>
                    </a:cubicBezTo>
                    <a:cubicBezTo>
                      <a:pt x="1196" y="147"/>
                      <a:pt x="976" y="245"/>
                      <a:pt x="757" y="367"/>
                    </a:cubicBezTo>
                    <a:cubicBezTo>
                      <a:pt x="489" y="513"/>
                      <a:pt x="245" y="708"/>
                      <a:pt x="1" y="928"/>
                    </a:cubicBezTo>
                    <a:lnTo>
                      <a:pt x="854" y="1952"/>
                    </a:lnTo>
                    <a:cubicBezTo>
                      <a:pt x="1050" y="1757"/>
                      <a:pt x="1269" y="1611"/>
                      <a:pt x="1489" y="1464"/>
                    </a:cubicBezTo>
                    <a:cubicBezTo>
                      <a:pt x="1659" y="1367"/>
                      <a:pt x="1854" y="1318"/>
                      <a:pt x="2049" y="1318"/>
                    </a:cubicBezTo>
                    <a:cubicBezTo>
                      <a:pt x="2196" y="1318"/>
                      <a:pt x="2367" y="1367"/>
                      <a:pt x="2464" y="1440"/>
                    </a:cubicBezTo>
                    <a:cubicBezTo>
                      <a:pt x="2562" y="1538"/>
                      <a:pt x="2635" y="1684"/>
                      <a:pt x="2610" y="1806"/>
                    </a:cubicBezTo>
                    <a:cubicBezTo>
                      <a:pt x="2610" y="1928"/>
                      <a:pt x="2586" y="2050"/>
                      <a:pt x="2537" y="2172"/>
                    </a:cubicBezTo>
                    <a:cubicBezTo>
                      <a:pt x="2488" y="2318"/>
                      <a:pt x="2391" y="2440"/>
                      <a:pt x="2293" y="2562"/>
                    </a:cubicBezTo>
                    <a:cubicBezTo>
                      <a:pt x="2171" y="2733"/>
                      <a:pt x="1879" y="3025"/>
                      <a:pt x="1489" y="3440"/>
                    </a:cubicBezTo>
                    <a:lnTo>
                      <a:pt x="50" y="4903"/>
                    </a:lnTo>
                    <a:lnTo>
                      <a:pt x="50" y="5928"/>
                    </a:lnTo>
                    <a:lnTo>
                      <a:pt x="4318" y="5928"/>
                    </a:lnTo>
                    <a:lnTo>
                      <a:pt x="4318" y="4659"/>
                    </a:lnTo>
                    <a:lnTo>
                      <a:pt x="2098" y="4659"/>
                    </a:lnTo>
                    <a:lnTo>
                      <a:pt x="2098" y="4611"/>
                    </a:lnTo>
                    <a:cubicBezTo>
                      <a:pt x="2757" y="4050"/>
                      <a:pt x="3171" y="3635"/>
                      <a:pt x="3367" y="3440"/>
                    </a:cubicBezTo>
                    <a:cubicBezTo>
                      <a:pt x="3562" y="3245"/>
                      <a:pt x="3708" y="3050"/>
                      <a:pt x="3854" y="2830"/>
                    </a:cubicBezTo>
                    <a:cubicBezTo>
                      <a:pt x="4098" y="2464"/>
                      <a:pt x="4220" y="2025"/>
                      <a:pt x="4220" y="1611"/>
                    </a:cubicBezTo>
                    <a:cubicBezTo>
                      <a:pt x="4220" y="1294"/>
                      <a:pt x="4123" y="1025"/>
                      <a:pt x="3952" y="781"/>
                    </a:cubicBezTo>
                    <a:cubicBezTo>
                      <a:pt x="3781" y="513"/>
                      <a:pt x="3562" y="318"/>
                      <a:pt x="3269" y="196"/>
                    </a:cubicBezTo>
                    <a:cubicBezTo>
                      <a:pt x="2952" y="50"/>
                      <a:pt x="2610" y="1"/>
                      <a:pt x="2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61" name="Google Shape;1061;p47"/>
              <p:cNvSpPr/>
              <p:nvPr/>
            </p:nvSpPr>
            <p:spPr>
              <a:xfrm>
                <a:off x="1926175" y="2955247"/>
                <a:ext cx="129310" cy="217213"/>
              </a:xfrm>
              <a:custGeom>
                <a:avLst/>
                <a:gdLst/>
                <a:ahLst/>
                <a:cxnLst/>
                <a:rect l="l" t="t" r="r" b="b"/>
                <a:pathLst>
                  <a:path w="3440" h="5854" extrusionOk="0">
                    <a:moveTo>
                      <a:pt x="2000" y="0"/>
                    </a:moveTo>
                    <a:lnTo>
                      <a:pt x="0" y="1659"/>
                    </a:lnTo>
                    <a:lnTo>
                      <a:pt x="805" y="2659"/>
                    </a:lnTo>
                    <a:lnTo>
                      <a:pt x="1488" y="2122"/>
                    </a:lnTo>
                    <a:cubicBezTo>
                      <a:pt x="1610" y="2000"/>
                      <a:pt x="1732" y="1878"/>
                      <a:pt x="1854" y="1732"/>
                    </a:cubicBezTo>
                    <a:lnTo>
                      <a:pt x="1854" y="1732"/>
                    </a:lnTo>
                    <a:cubicBezTo>
                      <a:pt x="1829" y="2049"/>
                      <a:pt x="1829" y="2390"/>
                      <a:pt x="1829" y="2756"/>
                    </a:cubicBezTo>
                    <a:lnTo>
                      <a:pt x="1829" y="5854"/>
                    </a:lnTo>
                    <a:lnTo>
                      <a:pt x="3439" y="5854"/>
                    </a:lnTo>
                    <a:lnTo>
                      <a:pt x="34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62" name="Google Shape;1062;p47"/>
              <p:cNvSpPr/>
              <p:nvPr/>
            </p:nvSpPr>
            <p:spPr>
              <a:xfrm>
                <a:off x="2096669" y="2952501"/>
                <a:ext cx="111905" cy="112354"/>
              </a:xfrm>
              <a:custGeom>
                <a:avLst/>
                <a:gdLst/>
                <a:ahLst/>
                <a:cxnLst/>
                <a:rect l="l" t="t" r="r" b="b"/>
                <a:pathLst>
                  <a:path w="2977" h="3028" extrusionOk="0">
                    <a:moveTo>
                      <a:pt x="1537" y="830"/>
                    </a:moveTo>
                    <a:cubicBezTo>
                      <a:pt x="1806" y="830"/>
                      <a:pt x="1928" y="1050"/>
                      <a:pt x="1928" y="1513"/>
                    </a:cubicBezTo>
                    <a:cubicBezTo>
                      <a:pt x="1928" y="1977"/>
                      <a:pt x="1806" y="2220"/>
                      <a:pt x="1537" y="2220"/>
                    </a:cubicBezTo>
                    <a:cubicBezTo>
                      <a:pt x="1415" y="2220"/>
                      <a:pt x="1293" y="2147"/>
                      <a:pt x="1220" y="2050"/>
                    </a:cubicBezTo>
                    <a:cubicBezTo>
                      <a:pt x="1147" y="1879"/>
                      <a:pt x="1123" y="1684"/>
                      <a:pt x="1123" y="1513"/>
                    </a:cubicBezTo>
                    <a:lnTo>
                      <a:pt x="1147" y="1513"/>
                    </a:lnTo>
                    <a:cubicBezTo>
                      <a:pt x="1147" y="1050"/>
                      <a:pt x="1269" y="830"/>
                      <a:pt x="1537" y="830"/>
                    </a:cubicBezTo>
                    <a:close/>
                    <a:moveTo>
                      <a:pt x="1562" y="1"/>
                    </a:moveTo>
                    <a:cubicBezTo>
                      <a:pt x="1171" y="1"/>
                      <a:pt x="781" y="147"/>
                      <a:pt x="513" y="416"/>
                    </a:cubicBezTo>
                    <a:cubicBezTo>
                      <a:pt x="1" y="1050"/>
                      <a:pt x="1" y="1977"/>
                      <a:pt x="513" y="2611"/>
                    </a:cubicBezTo>
                    <a:cubicBezTo>
                      <a:pt x="764" y="2862"/>
                      <a:pt x="1101" y="3028"/>
                      <a:pt x="1463" y="3028"/>
                    </a:cubicBezTo>
                    <a:cubicBezTo>
                      <a:pt x="1488" y="3028"/>
                      <a:pt x="1513" y="3027"/>
                      <a:pt x="1537" y="3025"/>
                    </a:cubicBezTo>
                    <a:cubicBezTo>
                      <a:pt x="1565" y="3027"/>
                      <a:pt x="1593" y="3028"/>
                      <a:pt x="1621" y="3028"/>
                    </a:cubicBezTo>
                    <a:cubicBezTo>
                      <a:pt x="1980" y="3028"/>
                      <a:pt x="2314" y="2882"/>
                      <a:pt x="2586" y="2611"/>
                    </a:cubicBezTo>
                    <a:cubicBezTo>
                      <a:pt x="2854" y="2318"/>
                      <a:pt x="2976" y="1928"/>
                      <a:pt x="2952" y="1513"/>
                    </a:cubicBezTo>
                    <a:cubicBezTo>
                      <a:pt x="2976" y="1123"/>
                      <a:pt x="2830" y="733"/>
                      <a:pt x="2586" y="416"/>
                    </a:cubicBezTo>
                    <a:cubicBezTo>
                      <a:pt x="2318" y="147"/>
                      <a:pt x="1928" y="1"/>
                      <a:pt x="1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D2ABBB24-554C-49DF-B0B6-8A78ABA12BB1}"/>
              </a:ext>
            </a:extLst>
          </p:cNvPr>
          <p:cNvSpPr>
            <a:spLocks noGrp="1"/>
          </p:cNvSpPr>
          <p:nvPr>
            <p:ph type="title"/>
          </p:nvPr>
        </p:nvSpPr>
        <p:spPr/>
        <p:txBody>
          <a:bodyPr/>
          <a:lstStyle/>
          <a:p>
            <a:r>
              <a:rPr lang="zh-CN" altLang="en-US" dirty="0"/>
              <a:t>版本回退：</a:t>
            </a:r>
            <a:r>
              <a:rPr lang="en-US" altLang="zh-CN" dirty="0"/>
              <a:t>reset</a:t>
            </a:r>
            <a:endParaRPr lang="zh-CN" altLang="en-US" dirty="0"/>
          </a:p>
        </p:txBody>
      </p:sp>
      <p:sp>
        <p:nvSpPr>
          <p:cNvPr id="8" name="文本占位符 7">
            <a:extLst>
              <a:ext uri="{FF2B5EF4-FFF2-40B4-BE49-F238E27FC236}">
                <a16:creationId xmlns:a16="http://schemas.microsoft.com/office/drawing/2014/main" id="{BC490442-E602-4E9A-849B-CA49AD8F81D8}"/>
              </a:ext>
            </a:extLst>
          </p:cNvPr>
          <p:cNvSpPr>
            <a:spLocks noGrp="1"/>
          </p:cNvSpPr>
          <p:nvPr>
            <p:ph type="body" idx="1"/>
          </p:nvPr>
        </p:nvSpPr>
        <p:spPr/>
        <p:txBody>
          <a:bodyPr/>
          <a:lstStyle/>
          <a:p>
            <a:pPr algn="l"/>
            <a:r>
              <a:rPr lang="zh-CN" altLang="en-US" dirty="0"/>
              <a:t>正如之前提到的，回退可以使用</a:t>
            </a:r>
            <a:r>
              <a:rPr lang="en-US" altLang="zh-CN" dirty="0"/>
              <a:t>reset</a:t>
            </a:r>
            <a:r>
              <a:rPr lang="zh-CN" altLang="en-US" dirty="0"/>
              <a:t>，但</a:t>
            </a:r>
            <a:r>
              <a:rPr lang="en-US" altLang="zh-CN" dirty="0"/>
              <a:t>reset</a:t>
            </a:r>
            <a:r>
              <a:rPr lang="zh-CN" altLang="en-US" dirty="0"/>
              <a:t>也分几种效果</a:t>
            </a:r>
            <a:endParaRPr lang="en-US" altLang="zh-CN" dirty="0"/>
          </a:p>
          <a:p>
            <a:pPr algn="l"/>
            <a:endParaRPr lang="en-US" altLang="zh-CN" dirty="0"/>
          </a:p>
          <a:p>
            <a:pPr algn="l"/>
            <a:r>
              <a:rPr lang="en-US" altLang="zh-CN" dirty="0"/>
              <a:t>git reset --hard </a:t>
            </a:r>
            <a:r>
              <a:rPr lang="en-US" altLang="zh-CN" dirty="0" err="1"/>
              <a:t>HEAD~n</a:t>
            </a:r>
            <a:r>
              <a:rPr lang="en-US" altLang="zh-CN" dirty="0"/>
              <a:t>   </a:t>
            </a:r>
          </a:p>
          <a:p>
            <a:pPr algn="l"/>
            <a:endParaRPr lang="en-US" altLang="zh-CN" dirty="0"/>
          </a:p>
          <a:p>
            <a:pPr marL="139700" indent="0" algn="l">
              <a:buNone/>
            </a:pPr>
            <a:r>
              <a:rPr lang="en-US" altLang="zh-CN" dirty="0"/>
              <a:t> --hard</a:t>
            </a:r>
            <a:r>
              <a:rPr lang="zh-CN" altLang="en-US" dirty="0"/>
              <a:t>表示回退的同时删掉所有工作区中的更改（谨慎！删了就再也找不回来了！）</a:t>
            </a:r>
            <a:endParaRPr lang="en-US" altLang="zh-CN" dirty="0"/>
          </a:p>
          <a:p>
            <a:pPr marL="139700" indent="0" algn="l">
              <a:buNone/>
            </a:pPr>
            <a:r>
              <a:rPr lang="en-US" altLang="zh-CN" dirty="0" err="1"/>
              <a:t>HEAD~n</a:t>
            </a:r>
            <a:r>
              <a:rPr lang="zh-CN" altLang="en-US" dirty="0"/>
              <a:t>中</a:t>
            </a:r>
            <a:r>
              <a:rPr lang="en-US" altLang="zh-CN" dirty="0"/>
              <a:t>n</a:t>
            </a:r>
            <a:r>
              <a:rPr lang="zh-CN" altLang="en-US" dirty="0"/>
              <a:t>是整数，代表回退的提交数目 ，</a:t>
            </a:r>
            <a:r>
              <a:rPr lang="en-US" altLang="zh-CN" dirty="0"/>
              <a:t>n=1</a:t>
            </a:r>
            <a:r>
              <a:rPr lang="zh-CN" altLang="en-US" dirty="0"/>
              <a:t>时为撤销上一次提交，以此类推</a:t>
            </a:r>
            <a:endParaRPr lang="en-US" altLang="zh-CN" dirty="0"/>
          </a:p>
          <a:p>
            <a:pPr algn="l"/>
            <a:endParaRPr lang="en-US" altLang="zh-CN" dirty="0"/>
          </a:p>
          <a:p>
            <a:pPr algn="l"/>
            <a:r>
              <a:rPr lang="en-US" altLang="zh-CN" dirty="0"/>
              <a:t>git reset --soft </a:t>
            </a:r>
            <a:r>
              <a:rPr lang="en-US" altLang="zh-CN" dirty="0" err="1"/>
              <a:t>HEAD~n</a:t>
            </a:r>
            <a:endParaRPr lang="en-US" altLang="zh-CN" dirty="0"/>
          </a:p>
          <a:p>
            <a:pPr algn="l"/>
            <a:endParaRPr lang="en-US" altLang="zh-CN" dirty="0"/>
          </a:p>
          <a:p>
            <a:pPr marL="139700" indent="0" algn="l">
              <a:buNone/>
            </a:pPr>
            <a:r>
              <a:rPr lang="en-US" altLang="zh-CN" dirty="0"/>
              <a:t> --soft</a:t>
            </a:r>
            <a:r>
              <a:rPr lang="zh-CN" altLang="en-US" dirty="0"/>
              <a:t>表示回退之后把</a:t>
            </a:r>
            <a:r>
              <a:rPr lang="en-US" altLang="zh-CN" dirty="0"/>
              <a:t>commit</a:t>
            </a:r>
            <a:r>
              <a:rPr lang="zh-CN" altLang="en-US" dirty="0"/>
              <a:t>的东西吐回暂存区</a:t>
            </a:r>
            <a:endParaRPr lang="en-US" altLang="zh-CN" dirty="0"/>
          </a:p>
          <a:p>
            <a:pPr algn="l"/>
            <a:endParaRPr lang="en-US" altLang="zh-CN" dirty="0"/>
          </a:p>
          <a:p>
            <a:pPr algn="l"/>
            <a:r>
              <a:rPr lang="en-US" altLang="zh-CN" dirty="0"/>
              <a:t>git reset </a:t>
            </a:r>
            <a:r>
              <a:rPr lang="en-US" altLang="zh-CN" dirty="0" err="1"/>
              <a:t>HEAD~n</a:t>
            </a:r>
            <a:endParaRPr lang="en-US" altLang="zh-CN" dirty="0"/>
          </a:p>
          <a:p>
            <a:pPr algn="l"/>
            <a:endParaRPr lang="en-US" altLang="zh-CN" dirty="0"/>
          </a:p>
          <a:p>
            <a:pPr marL="139700" indent="0" algn="l">
              <a:buNone/>
            </a:pPr>
            <a:r>
              <a:rPr lang="en-US" altLang="zh-CN" dirty="0"/>
              <a:t> </a:t>
            </a:r>
            <a:r>
              <a:rPr lang="zh-CN" altLang="en-US" dirty="0"/>
              <a:t>表示回退之后把</a:t>
            </a:r>
            <a:r>
              <a:rPr lang="en-US" altLang="zh-CN" dirty="0"/>
              <a:t>commit</a:t>
            </a:r>
            <a:r>
              <a:rPr lang="zh-CN" altLang="en-US" dirty="0"/>
              <a:t>的东西吐回工作区（未暂存）</a:t>
            </a:r>
            <a:endParaRPr lang="en-US" altLang="zh-CN" dirty="0"/>
          </a:p>
          <a:p>
            <a:pPr marL="139700" indent="0" algn="l">
              <a:buNone/>
            </a:pPr>
            <a:endParaRPr lang="en-US" altLang="zh-CN" dirty="0"/>
          </a:p>
          <a:p>
            <a:pPr marL="139700" indent="0" algn="l">
              <a:buNone/>
            </a:pPr>
            <a:r>
              <a:rPr lang="zh-CN" altLang="en-US" dirty="0"/>
              <a:t>其中</a:t>
            </a:r>
            <a:r>
              <a:rPr lang="en-US" altLang="zh-CN" dirty="0" err="1"/>
              <a:t>HEAD~n</a:t>
            </a:r>
            <a:r>
              <a:rPr lang="zh-CN" altLang="en-US" dirty="0"/>
              <a:t>也可以直接改为某次提交的哈希值，代表回到那个提交后的状态。</a:t>
            </a:r>
            <a:endParaRPr lang="en-US" altLang="zh-CN" dirty="0"/>
          </a:p>
          <a:p>
            <a:pPr algn="l"/>
            <a:endParaRPr lang="en-US" altLang="zh-CN" dirty="0"/>
          </a:p>
          <a:p>
            <a:pPr algn="l"/>
            <a:endParaRPr lang="en-US" altLang="zh-CN" dirty="0"/>
          </a:p>
          <a:p>
            <a:pPr marL="139700" indent="0" algn="l">
              <a:buNone/>
            </a:pPr>
            <a:endParaRPr lang="en-US" altLang="zh-CN" dirty="0"/>
          </a:p>
          <a:p>
            <a:pPr algn="l"/>
            <a:endParaRPr lang="zh-CN" altLang="en-US" dirty="0"/>
          </a:p>
        </p:txBody>
      </p:sp>
    </p:spTree>
    <p:extLst>
      <p:ext uri="{BB962C8B-B14F-4D97-AF65-F5344CB8AC3E}">
        <p14:creationId xmlns:p14="http://schemas.microsoft.com/office/powerpoint/2010/main" val="1166565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76D8D5-E106-4127-AD20-93D20AA2ACF2}"/>
              </a:ext>
            </a:extLst>
          </p:cNvPr>
          <p:cNvSpPr>
            <a:spLocks noGrp="1"/>
          </p:cNvSpPr>
          <p:nvPr>
            <p:ph type="title"/>
          </p:nvPr>
        </p:nvSpPr>
        <p:spPr/>
        <p:txBody>
          <a:bodyPr/>
          <a:lstStyle/>
          <a:p>
            <a:r>
              <a:rPr lang="en-US" altLang="zh-CN" dirty="0"/>
              <a:t>GIT</a:t>
            </a:r>
            <a:r>
              <a:rPr lang="zh-CN" altLang="en-US" dirty="0"/>
              <a:t>中的分支管理：</a:t>
            </a:r>
          </a:p>
        </p:txBody>
      </p:sp>
      <p:sp>
        <p:nvSpPr>
          <p:cNvPr id="3" name="文本占位符 2">
            <a:extLst>
              <a:ext uri="{FF2B5EF4-FFF2-40B4-BE49-F238E27FC236}">
                <a16:creationId xmlns:a16="http://schemas.microsoft.com/office/drawing/2014/main" id="{A8079836-26E1-45C9-A12B-D456E2E58370}"/>
              </a:ext>
            </a:extLst>
          </p:cNvPr>
          <p:cNvSpPr>
            <a:spLocks noGrp="1"/>
          </p:cNvSpPr>
          <p:nvPr>
            <p:ph type="body" idx="1"/>
          </p:nvPr>
        </p:nvSpPr>
        <p:spPr>
          <a:xfrm>
            <a:off x="765900" y="3805364"/>
            <a:ext cx="7713900" cy="365700"/>
          </a:xfrm>
        </p:spPr>
        <p:txBody>
          <a:bodyPr/>
          <a:lstStyle/>
          <a:p>
            <a:pPr marL="139700" indent="0" algn="l">
              <a:buNone/>
            </a:pPr>
            <a:endParaRPr lang="en-US" altLang="zh-CN" dirty="0"/>
          </a:p>
          <a:p>
            <a:pPr algn="l"/>
            <a:r>
              <a:rPr lang="zh-CN" altLang="en-US" dirty="0"/>
              <a:t>对于分支的指针的理解看这个：</a:t>
            </a:r>
            <a:r>
              <a:rPr lang="zh-CN" altLang="en-US" dirty="0">
                <a:hlinkClick r:id="rId2"/>
              </a:rPr>
              <a:t>创建与合并分支 </a:t>
            </a:r>
            <a:r>
              <a:rPr lang="en-US" altLang="zh-CN" dirty="0">
                <a:hlinkClick r:id="rId2"/>
              </a:rPr>
              <a:t>- Git</a:t>
            </a:r>
            <a:r>
              <a:rPr lang="zh-CN" altLang="en-US" dirty="0">
                <a:hlinkClick r:id="rId2"/>
              </a:rPr>
              <a:t>教程 </a:t>
            </a:r>
            <a:r>
              <a:rPr lang="en-US" altLang="zh-CN" dirty="0">
                <a:hlinkClick r:id="rId2"/>
              </a:rPr>
              <a:t>- </a:t>
            </a:r>
            <a:r>
              <a:rPr lang="zh-CN" altLang="en-US" dirty="0">
                <a:hlinkClick r:id="rId2"/>
              </a:rPr>
              <a:t>廖雪峰的官方网站</a:t>
            </a:r>
            <a:endParaRPr lang="en-US" altLang="zh-CN" dirty="0"/>
          </a:p>
          <a:p>
            <a:pPr algn="l"/>
            <a:r>
              <a:rPr lang="zh-CN" altLang="en-US" dirty="0"/>
              <a:t>对于两个存在冲突的分支的合并看这个：</a:t>
            </a:r>
            <a:r>
              <a:rPr lang="zh-CN" altLang="en-US" dirty="0">
                <a:hlinkClick r:id="rId3"/>
              </a:rPr>
              <a:t>解决冲突 </a:t>
            </a:r>
            <a:r>
              <a:rPr lang="en-US" altLang="zh-CN" dirty="0">
                <a:hlinkClick r:id="rId3"/>
              </a:rPr>
              <a:t>- Git</a:t>
            </a:r>
            <a:r>
              <a:rPr lang="zh-CN" altLang="en-US" dirty="0">
                <a:hlinkClick r:id="rId3"/>
              </a:rPr>
              <a:t>教程 </a:t>
            </a:r>
            <a:r>
              <a:rPr lang="en-US" altLang="zh-CN" dirty="0">
                <a:hlinkClick r:id="rId3"/>
              </a:rPr>
              <a:t>- </a:t>
            </a:r>
            <a:r>
              <a:rPr lang="zh-CN" altLang="en-US" dirty="0">
                <a:hlinkClick r:id="rId3"/>
              </a:rPr>
              <a:t>廖雪峰的官方网站</a:t>
            </a:r>
            <a:endParaRPr lang="en-US" altLang="zh-CN" dirty="0"/>
          </a:p>
          <a:p>
            <a:pPr algn="l"/>
            <a:r>
              <a:rPr lang="zh-CN" altLang="en-US" dirty="0"/>
              <a:t>更多关于</a:t>
            </a:r>
            <a:r>
              <a:rPr lang="en-US" altLang="zh-CN" dirty="0"/>
              <a:t>git branch</a:t>
            </a:r>
            <a:r>
              <a:rPr lang="zh-CN" altLang="en-US" dirty="0"/>
              <a:t>和</a:t>
            </a:r>
            <a:r>
              <a:rPr lang="en-US" altLang="zh-CN" dirty="0"/>
              <a:t>git checkout</a:t>
            </a:r>
            <a:r>
              <a:rPr lang="zh-CN" altLang="en-US" dirty="0"/>
              <a:t>的命令行：</a:t>
            </a:r>
            <a:r>
              <a:rPr lang="en-US" altLang="zh-CN" dirty="0">
                <a:hlinkClick r:id="rId4"/>
              </a:rPr>
              <a:t>Git </a:t>
            </a:r>
            <a:r>
              <a:rPr lang="zh-CN" altLang="en-US" dirty="0">
                <a:hlinkClick r:id="rId4"/>
              </a:rPr>
              <a:t>分支管理 </a:t>
            </a:r>
            <a:r>
              <a:rPr lang="en-US" altLang="zh-CN" dirty="0">
                <a:hlinkClick r:id="rId4"/>
              </a:rPr>
              <a:t>| </a:t>
            </a:r>
            <a:r>
              <a:rPr lang="zh-CN" altLang="en-US" dirty="0">
                <a:hlinkClick r:id="rId4"/>
              </a:rPr>
              <a:t>菜鸟教程</a:t>
            </a:r>
            <a:r>
              <a:rPr lang="zh-CN" altLang="en-US" dirty="0"/>
              <a:t>  也是上图来源</a:t>
            </a:r>
            <a:endParaRPr lang="en-US" altLang="zh-CN" dirty="0"/>
          </a:p>
          <a:p>
            <a:pPr algn="l"/>
            <a:r>
              <a:rPr lang="zh-CN" altLang="en-US" dirty="0"/>
              <a:t>深入理解</a:t>
            </a:r>
            <a:r>
              <a:rPr lang="en-US" altLang="zh-CN" dirty="0"/>
              <a:t>checkout</a:t>
            </a:r>
            <a:r>
              <a:rPr lang="zh-CN" altLang="en-US" dirty="0"/>
              <a:t>：</a:t>
            </a:r>
            <a:r>
              <a:rPr lang="en-US" altLang="zh-CN" dirty="0">
                <a:hlinkClick r:id="rId5"/>
              </a:rPr>
              <a:t>git</a:t>
            </a:r>
            <a:r>
              <a:rPr lang="zh-CN" altLang="en-US" dirty="0">
                <a:hlinkClick r:id="rId5"/>
              </a:rPr>
              <a:t>深入理解</a:t>
            </a:r>
            <a:r>
              <a:rPr lang="en-US" altLang="zh-CN" dirty="0">
                <a:hlinkClick r:id="rId5"/>
              </a:rPr>
              <a:t>(</a:t>
            </a:r>
            <a:r>
              <a:rPr lang="zh-CN" altLang="en-US" dirty="0">
                <a:hlinkClick r:id="rId5"/>
              </a:rPr>
              <a:t>六</a:t>
            </a:r>
            <a:r>
              <a:rPr lang="en-US" altLang="zh-CN" dirty="0">
                <a:hlinkClick r:id="rId5"/>
              </a:rPr>
              <a:t>)</a:t>
            </a:r>
            <a:r>
              <a:rPr lang="zh-CN" altLang="en-US" dirty="0">
                <a:hlinkClick r:id="rId5"/>
              </a:rPr>
              <a:t>：</a:t>
            </a:r>
            <a:r>
              <a:rPr lang="en-US" altLang="zh-CN" dirty="0">
                <a:hlinkClick r:id="rId5"/>
              </a:rPr>
              <a:t>git checkout</a:t>
            </a:r>
            <a:r>
              <a:rPr lang="zh-CN" altLang="en-US" dirty="0">
                <a:hlinkClick r:id="rId5"/>
              </a:rPr>
              <a:t>详解</a:t>
            </a:r>
            <a:r>
              <a:rPr lang="en-US" altLang="zh-CN" dirty="0">
                <a:hlinkClick r:id="rId5"/>
              </a:rPr>
              <a:t>-CSDN</a:t>
            </a:r>
            <a:r>
              <a:rPr lang="zh-CN" altLang="en-US" dirty="0">
                <a:hlinkClick r:id="rId5"/>
              </a:rPr>
              <a:t>博客</a:t>
            </a:r>
            <a:endParaRPr lang="en-US" altLang="zh-CN" dirty="0"/>
          </a:p>
        </p:txBody>
      </p:sp>
      <p:pic>
        <p:nvPicPr>
          <p:cNvPr id="5" name="图片 4">
            <a:extLst>
              <a:ext uri="{FF2B5EF4-FFF2-40B4-BE49-F238E27FC236}">
                <a16:creationId xmlns:a16="http://schemas.microsoft.com/office/drawing/2014/main" id="{AE349AC8-A931-4570-9B71-C3C0544C51F4}"/>
              </a:ext>
            </a:extLst>
          </p:cNvPr>
          <p:cNvPicPr>
            <a:picLocks noChangeAspect="1"/>
          </p:cNvPicPr>
          <p:nvPr/>
        </p:nvPicPr>
        <p:blipFill>
          <a:blip r:embed="rId6"/>
          <a:stretch>
            <a:fillRect/>
          </a:stretch>
        </p:blipFill>
        <p:spPr>
          <a:xfrm>
            <a:off x="1073150" y="1417199"/>
            <a:ext cx="4933950" cy="2388165"/>
          </a:xfrm>
          <a:prstGeom prst="rect">
            <a:avLst/>
          </a:prstGeom>
        </p:spPr>
      </p:pic>
    </p:spTree>
    <p:extLst>
      <p:ext uri="{BB962C8B-B14F-4D97-AF65-F5344CB8AC3E}">
        <p14:creationId xmlns:p14="http://schemas.microsoft.com/office/powerpoint/2010/main" val="1328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02273D58-DC90-482E-90DE-A7E83449904D}"/>
              </a:ext>
            </a:extLst>
          </p:cNvPr>
          <p:cNvSpPr>
            <a:spLocks noGrp="1"/>
          </p:cNvSpPr>
          <p:nvPr>
            <p:ph type="body" idx="1"/>
          </p:nvPr>
        </p:nvSpPr>
        <p:spPr/>
        <p:txBody>
          <a:bodyPr/>
          <a:lstStyle/>
          <a:p>
            <a:pPr algn="l"/>
            <a:r>
              <a:rPr lang="zh-CN" altLang="en-US" dirty="0"/>
              <a:t>推荐一个非常好用的</a:t>
            </a:r>
            <a:r>
              <a:rPr lang="en-US" altLang="zh-CN" dirty="0"/>
              <a:t>git</a:t>
            </a:r>
            <a:r>
              <a:rPr lang="zh-CN" altLang="en-US" dirty="0"/>
              <a:t>插件：</a:t>
            </a:r>
            <a:r>
              <a:rPr lang="en-US" altLang="zh-CN" dirty="0"/>
              <a:t>git graph</a:t>
            </a:r>
          </a:p>
          <a:p>
            <a:pPr algn="l"/>
            <a:endParaRPr lang="en-US" altLang="zh-CN" dirty="0"/>
          </a:p>
          <a:p>
            <a:pPr marL="139700" indent="0" algn="l">
              <a:buNone/>
            </a:pPr>
            <a:r>
              <a:rPr lang="en-US" altLang="zh-CN" dirty="0" err="1">
                <a:hlinkClick r:id="rId2"/>
              </a:rPr>
              <a:t>GitGraph</a:t>
            </a:r>
            <a:r>
              <a:rPr lang="en-US" altLang="zh-CN" dirty="0">
                <a:hlinkClick r:id="rId2"/>
              </a:rPr>
              <a:t> </a:t>
            </a:r>
            <a:r>
              <a:rPr lang="zh-CN" altLang="en-US" dirty="0">
                <a:hlinkClick r:id="rId2"/>
              </a:rPr>
              <a:t>插件使用 </a:t>
            </a:r>
            <a:r>
              <a:rPr lang="en-US" altLang="zh-CN" dirty="0">
                <a:hlinkClick r:id="rId2"/>
              </a:rPr>
              <a:t>- </a:t>
            </a:r>
            <a:r>
              <a:rPr lang="zh-CN" altLang="en-US" dirty="0">
                <a:hlinkClick r:id="rId2"/>
              </a:rPr>
              <a:t>知乎</a:t>
            </a:r>
            <a:endParaRPr lang="en-US" altLang="zh-CN" dirty="0"/>
          </a:p>
          <a:p>
            <a:pPr marL="139700" indent="0" algn="l">
              <a:buNone/>
            </a:pPr>
            <a:endParaRPr lang="en-US" altLang="zh-CN" dirty="0"/>
          </a:p>
          <a:p>
            <a:pPr marL="139700" indent="0" algn="l">
              <a:buNone/>
            </a:pPr>
            <a:endParaRPr lang="zh-CN" altLang="en-US" dirty="0"/>
          </a:p>
        </p:txBody>
      </p:sp>
      <p:sp>
        <p:nvSpPr>
          <p:cNvPr id="4" name="标题 1">
            <a:extLst>
              <a:ext uri="{FF2B5EF4-FFF2-40B4-BE49-F238E27FC236}">
                <a16:creationId xmlns:a16="http://schemas.microsoft.com/office/drawing/2014/main" id="{B71ECE14-D243-4746-8317-9DD08755C220}"/>
              </a:ext>
            </a:extLst>
          </p:cNvPr>
          <p:cNvSpPr>
            <a:spLocks noGrp="1"/>
          </p:cNvSpPr>
          <p:nvPr>
            <p:ph type="title"/>
          </p:nvPr>
        </p:nvSpPr>
        <p:spPr>
          <a:xfrm>
            <a:off x="714375" y="731838"/>
            <a:ext cx="7715250" cy="685800"/>
          </a:xfrm>
        </p:spPr>
        <p:txBody>
          <a:bodyPr/>
          <a:lstStyle/>
          <a:p>
            <a:r>
              <a:rPr lang="en-US" altLang="zh-CN" dirty="0"/>
              <a:t>GIT</a:t>
            </a:r>
            <a:r>
              <a:rPr lang="zh-CN" altLang="en-US" dirty="0"/>
              <a:t>中的分支管理：</a:t>
            </a:r>
          </a:p>
        </p:txBody>
      </p:sp>
      <p:pic>
        <p:nvPicPr>
          <p:cNvPr id="6" name="图片 5">
            <a:extLst>
              <a:ext uri="{FF2B5EF4-FFF2-40B4-BE49-F238E27FC236}">
                <a16:creationId xmlns:a16="http://schemas.microsoft.com/office/drawing/2014/main" id="{D1CE89D3-AFCC-49AE-AA21-E14C893D4291}"/>
              </a:ext>
            </a:extLst>
          </p:cNvPr>
          <p:cNvPicPr>
            <a:picLocks noChangeAspect="1"/>
          </p:cNvPicPr>
          <p:nvPr/>
        </p:nvPicPr>
        <p:blipFill>
          <a:blip r:embed="rId3"/>
          <a:stretch>
            <a:fillRect/>
          </a:stretch>
        </p:blipFill>
        <p:spPr>
          <a:xfrm>
            <a:off x="4572000" y="1417200"/>
            <a:ext cx="3573901" cy="590260"/>
          </a:xfrm>
          <a:prstGeom prst="rect">
            <a:avLst/>
          </a:prstGeom>
        </p:spPr>
      </p:pic>
      <p:pic>
        <p:nvPicPr>
          <p:cNvPr id="8" name="图片 7">
            <a:extLst>
              <a:ext uri="{FF2B5EF4-FFF2-40B4-BE49-F238E27FC236}">
                <a16:creationId xmlns:a16="http://schemas.microsoft.com/office/drawing/2014/main" id="{21FD1C80-9FD6-406A-829D-AF8A137E3372}"/>
              </a:ext>
            </a:extLst>
          </p:cNvPr>
          <p:cNvPicPr>
            <a:picLocks noChangeAspect="1"/>
          </p:cNvPicPr>
          <p:nvPr/>
        </p:nvPicPr>
        <p:blipFill>
          <a:blip r:embed="rId4"/>
          <a:stretch>
            <a:fillRect/>
          </a:stretch>
        </p:blipFill>
        <p:spPr>
          <a:xfrm>
            <a:off x="757113" y="2967613"/>
            <a:ext cx="2000498" cy="1716245"/>
          </a:xfrm>
          <a:prstGeom prst="rect">
            <a:avLst/>
          </a:prstGeom>
        </p:spPr>
      </p:pic>
      <p:sp>
        <p:nvSpPr>
          <p:cNvPr id="9" name="文本占位符 2">
            <a:extLst>
              <a:ext uri="{FF2B5EF4-FFF2-40B4-BE49-F238E27FC236}">
                <a16:creationId xmlns:a16="http://schemas.microsoft.com/office/drawing/2014/main" id="{32ACFF4A-9553-43D1-BC86-5B908ED2DA17}"/>
              </a:ext>
            </a:extLst>
          </p:cNvPr>
          <p:cNvSpPr txBox="1">
            <a:spLocks/>
          </p:cNvSpPr>
          <p:nvPr/>
        </p:nvSpPr>
        <p:spPr>
          <a:xfrm>
            <a:off x="3139211" y="2571750"/>
            <a:ext cx="485226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marL="139700" indent="0" algn="l">
              <a:buNone/>
            </a:pPr>
            <a:r>
              <a:rPr lang="zh-CN" altLang="en-US" dirty="0"/>
              <a:t>支持用图形化管理分支，双击某分支即可切换</a:t>
            </a:r>
            <a:r>
              <a:rPr lang="en-US" altLang="zh-CN" dirty="0"/>
              <a:t>(checkout)</a:t>
            </a:r>
            <a:r>
              <a:rPr lang="zh-CN" altLang="en-US" dirty="0"/>
              <a:t>到该分支上</a:t>
            </a:r>
            <a:endParaRPr lang="en-US" altLang="zh-CN" dirty="0"/>
          </a:p>
          <a:p>
            <a:pPr marL="139700" indent="0" algn="l">
              <a:buNone/>
            </a:pPr>
            <a:endParaRPr lang="en-US" altLang="zh-CN" dirty="0"/>
          </a:p>
          <a:p>
            <a:pPr marL="139700" indent="0" algn="l">
              <a:buNone/>
            </a:pPr>
            <a:r>
              <a:rPr lang="zh-CN" altLang="en-US" dirty="0"/>
              <a:t>右键可以直接删除</a:t>
            </a:r>
            <a:r>
              <a:rPr lang="en-US" altLang="zh-CN" dirty="0"/>
              <a:t>/</a:t>
            </a:r>
            <a:r>
              <a:rPr lang="zh-CN" altLang="en-US" dirty="0"/>
              <a:t>重命名</a:t>
            </a:r>
            <a:r>
              <a:rPr lang="en-US" altLang="zh-CN" dirty="0"/>
              <a:t>/</a:t>
            </a:r>
            <a:r>
              <a:rPr lang="zh-CN" altLang="en-US" dirty="0"/>
              <a:t>向远程推送该分支</a:t>
            </a:r>
            <a:r>
              <a:rPr lang="en-US" altLang="zh-CN" dirty="0"/>
              <a:t>/</a:t>
            </a:r>
            <a:r>
              <a:rPr lang="zh-CN" altLang="en-US" dirty="0"/>
              <a:t>新建另一个分支</a:t>
            </a:r>
            <a:endParaRPr lang="en-US" altLang="zh-CN" dirty="0"/>
          </a:p>
          <a:p>
            <a:pPr marL="139700" indent="0" algn="l">
              <a:buNone/>
            </a:pPr>
            <a:endParaRPr lang="en-US" altLang="zh-CN" dirty="0"/>
          </a:p>
          <a:p>
            <a:pPr marL="139700" indent="0" algn="l">
              <a:buNone/>
            </a:pPr>
            <a:r>
              <a:rPr lang="zh-CN" altLang="en-US" dirty="0"/>
              <a:t>可以看到所有本地分支、远端分支、本地</a:t>
            </a:r>
            <a:r>
              <a:rPr lang="en-US" altLang="zh-CN" dirty="0"/>
              <a:t>|</a:t>
            </a:r>
            <a:r>
              <a:rPr lang="zh-CN" altLang="en-US" dirty="0"/>
              <a:t>远程分支的关系</a:t>
            </a:r>
            <a:endParaRPr lang="en-US" altLang="zh-CN" dirty="0"/>
          </a:p>
          <a:p>
            <a:pPr marL="139700" indent="0" algn="l">
              <a:buNone/>
            </a:pPr>
            <a:endParaRPr lang="en-US" altLang="zh-CN" dirty="0"/>
          </a:p>
          <a:p>
            <a:pPr marL="139700" indent="0" algn="l">
              <a:buNone/>
            </a:pPr>
            <a:r>
              <a:rPr lang="zh-CN" altLang="en-US" dirty="0"/>
              <a:t>等等等等</a:t>
            </a:r>
            <a:endParaRPr lang="en-US" altLang="zh-CN" dirty="0"/>
          </a:p>
          <a:p>
            <a:pPr marL="139700" indent="0" algn="l">
              <a:buNone/>
            </a:pPr>
            <a:endParaRPr lang="en-US" altLang="zh-CN" dirty="0"/>
          </a:p>
        </p:txBody>
      </p:sp>
      <p:pic>
        <p:nvPicPr>
          <p:cNvPr id="11" name="图片 10">
            <a:extLst>
              <a:ext uri="{FF2B5EF4-FFF2-40B4-BE49-F238E27FC236}">
                <a16:creationId xmlns:a16="http://schemas.microsoft.com/office/drawing/2014/main" id="{075D46BF-719A-4A7A-8A47-CD4E54BAD174}"/>
              </a:ext>
            </a:extLst>
          </p:cNvPr>
          <p:cNvPicPr>
            <a:picLocks noChangeAspect="1"/>
          </p:cNvPicPr>
          <p:nvPr/>
        </p:nvPicPr>
        <p:blipFill>
          <a:blip r:embed="rId5"/>
          <a:stretch>
            <a:fillRect/>
          </a:stretch>
        </p:blipFill>
        <p:spPr>
          <a:xfrm>
            <a:off x="619124" y="2375330"/>
            <a:ext cx="2276476" cy="514372"/>
          </a:xfrm>
          <a:prstGeom prst="rect">
            <a:avLst/>
          </a:prstGeom>
        </p:spPr>
      </p:pic>
    </p:spTree>
    <p:extLst>
      <p:ext uri="{BB962C8B-B14F-4D97-AF65-F5344CB8AC3E}">
        <p14:creationId xmlns:p14="http://schemas.microsoft.com/office/powerpoint/2010/main" val="1511811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0EDC95-265F-4C52-B7C5-223EFF2EF9AD}"/>
              </a:ext>
            </a:extLst>
          </p:cNvPr>
          <p:cNvSpPr>
            <a:spLocks noGrp="1"/>
          </p:cNvSpPr>
          <p:nvPr>
            <p:ph type="title"/>
          </p:nvPr>
        </p:nvSpPr>
        <p:spPr/>
        <p:txBody>
          <a:bodyPr/>
          <a:lstStyle/>
          <a:p>
            <a:pPr algn="l"/>
            <a:r>
              <a:rPr lang="zh-CN" altLang="en-US" sz="2400" dirty="0"/>
              <a:t>如何回到某个提交节点并新建分支？</a:t>
            </a:r>
            <a:br>
              <a:rPr lang="en-US" altLang="zh-CN" sz="2400" dirty="0"/>
            </a:br>
            <a:r>
              <a:rPr lang="zh-CN" altLang="en-US" sz="2400" dirty="0"/>
              <a:t>为什么会出现</a:t>
            </a:r>
            <a:r>
              <a:rPr lang="en-US" altLang="zh-CN" sz="2400" dirty="0"/>
              <a:t>head detached</a:t>
            </a:r>
            <a:r>
              <a:rPr lang="zh-CN" altLang="en-US" sz="2400" dirty="0"/>
              <a:t>？</a:t>
            </a:r>
          </a:p>
        </p:txBody>
      </p:sp>
      <p:sp>
        <p:nvSpPr>
          <p:cNvPr id="3" name="文本占位符 2">
            <a:extLst>
              <a:ext uri="{FF2B5EF4-FFF2-40B4-BE49-F238E27FC236}">
                <a16:creationId xmlns:a16="http://schemas.microsoft.com/office/drawing/2014/main" id="{DF83E538-5E51-4485-8081-94337FA0C8A9}"/>
              </a:ext>
            </a:extLst>
          </p:cNvPr>
          <p:cNvSpPr>
            <a:spLocks noGrp="1"/>
          </p:cNvSpPr>
          <p:nvPr>
            <p:ph type="body" idx="1"/>
          </p:nvPr>
        </p:nvSpPr>
        <p:spPr>
          <a:xfrm>
            <a:off x="715050" y="1650562"/>
            <a:ext cx="7713900" cy="365700"/>
          </a:xfrm>
        </p:spPr>
        <p:txBody>
          <a:bodyPr/>
          <a:lstStyle/>
          <a:p>
            <a:pPr algn="l"/>
            <a:r>
              <a:rPr lang="en-US" altLang="zh-CN" dirty="0"/>
              <a:t>git checkout</a:t>
            </a:r>
            <a:r>
              <a:rPr lang="zh-CN" altLang="en-US" dirty="0"/>
              <a:t>的作用：一是切换分支，二是撤销修改</a:t>
            </a:r>
            <a:endParaRPr lang="en-US" altLang="zh-CN" dirty="0"/>
          </a:p>
          <a:p>
            <a:pPr marL="139700" indent="0" algn="l">
              <a:buNone/>
            </a:pPr>
            <a:endParaRPr lang="en-US" altLang="zh-CN" dirty="0"/>
          </a:p>
          <a:p>
            <a:pPr marL="139700" indent="0" algn="l">
              <a:buNone/>
            </a:pPr>
            <a:r>
              <a:rPr lang="zh-CN" altLang="en-US" dirty="0"/>
              <a:t>其名为“签出”，本质上是将当前的</a:t>
            </a:r>
            <a:r>
              <a:rPr lang="en-US" altLang="zh-CN" dirty="0"/>
              <a:t>HEAD</a:t>
            </a:r>
            <a:r>
              <a:rPr lang="zh-CN" altLang="en-US" dirty="0"/>
              <a:t>指针指向所切换的目标分支的最近一次</a:t>
            </a:r>
            <a:r>
              <a:rPr lang="en-US" altLang="zh-CN" dirty="0"/>
              <a:t>commit</a:t>
            </a:r>
            <a:r>
              <a:rPr lang="zh-CN" altLang="en-US" dirty="0"/>
              <a:t>，从这个</a:t>
            </a:r>
            <a:r>
              <a:rPr lang="en-US" altLang="zh-CN" dirty="0"/>
              <a:t>commit</a:t>
            </a:r>
            <a:r>
              <a:rPr lang="zh-CN" altLang="en-US" dirty="0"/>
              <a:t>恢复暂存区和工作区，从而我们眼前的工作区变成了</a:t>
            </a:r>
            <a:r>
              <a:rPr lang="en-US" altLang="zh-CN" dirty="0"/>
              <a:t>checkout</a:t>
            </a:r>
            <a:r>
              <a:rPr lang="zh-CN" altLang="en-US" dirty="0"/>
              <a:t>所签出的位置。</a:t>
            </a:r>
            <a:endParaRPr lang="en-US" altLang="zh-CN" dirty="0"/>
          </a:p>
          <a:p>
            <a:pPr marL="139700" indent="0" algn="l">
              <a:buNone/>
            </a:pPr>
            <a:endParaRPr lang="en-US" altLang="zh-CN" b="0" i="0" dirty="0">
              <a:solidFill>
                <a:srgbClr val="333333"/>
              </a:solidFill>
              <a:effectLst/>
            </a:endParaRPr>
          </a:p>
          <a:p>
            <a:pPr marL="139700" indent="0" algn="l">
              <a:buNone/>
            </a:pPr>
            <a:r>
              <a:rPr lang="zh-CN" altLang="en-US" b="0" i="0" dirty="0">
                <a:solidFill>
                  <a:srgbClr val="333333"/>
                </a:solidFill>
                <a:effectLst/>
              </a:rPr>
              <a:t>通过</a:t>
            </a:r>
            <a:r>
              <a:rPr lang="en-US" altLang="zh-CN" b="0" i="0" dirty="0">
                <a:solidFill>
                  <a:srgbClr val="333333"/>
                </a:solidFill>
                <a:effectLst/>
              </a:rPr>
              <a:t>git checkout &lt;commit-hash&gt; </a:t>
            </a:r>
            <a:r>
              <a:rPr lang="zh-CN" altLang="en-US" b="0" i="0" dirty="0">
                <a:solidFill>
                  <a:srgbClr val="333333"/>
                </a:solidFill>
                <a:effectLst/>
              </a:rPr>
              <a:t>或者</a:t>
            </a:r>
            <a:r>
              <a:rPr lang="en-US" altLang="zh-CN" b="0" i="0" dirty="0">
                <a:solidFill>
                  <a:srgbClr val="333333"/>
                </a:solidFill>
                <a:effectLst/>
              </a:rPr>
              <a:t>git checkout </a:t>
            </a:r>
            <a:r>
              <a:rPr lang="en-US" altLang="zh-CN" b="0" i="0" dirty="0" err="1">
                <a:solidFill>
                  <a:srgbClr val="333333"/>
                </a:solidFill>
                <a:effectLst/>
              </a:rPr>
              <a:t>HEAD~n</a:t>
            </a:r>
            <a:r>
              <a:rPr lang="en-US" altLang="zh-CN" b="0" i="0" dirty="0">
                <a:solidFill>
                  <a:srgbClr val="333333"/>
                </a:solidFill>
                <a:effectLst/>
              </a:rPr>
              <a:t>  </a:t>
            </a:r>
            <a:r>
              <a:rPr lang="zh-CN" altLang="en-US" b="0" i="0" dirty="0">
                <a:solidFill>
                  <a:srgbClr val="333333"/>
                </a:solidFill>
                <a:effectLst/>
              </a:rPr>
              <a:t>你可以切换到特定的提交状态，此时</a:t>
            </a:r>
            <a:r>
              <a:rPr lang="en-US" altLang="zh-CN" b="0" i="0" dirty="0">
                <a:solidFill>
                  <a:srgbClr val="333333"/>
                </a:solidFill>
                <a:effectLst/>
              </a:rPr>
              <a:t>Git HEAD </a:t>
            </a:r>
            <a:r>
              <a:rPr lang="zh-CN" altLang="en-US" b="0" i="0" dirty="0">
                <a:solidFill>
                  <a:srgbClr val="333333"/>
                </a:solidFill>
                <a:effectLst/>
              </a:rPr>
              <a:t>不再指向某分支，而是指向某次具体的提交，这将使你进入</a:t>
            </a:r>
            <a:r>
              <a:rPr lang="en-US" altLang="zh-CN" sz="1100" dirty="0"/>
              <a:t>head detached</a:t>
            </a:r>
            <a:r>
              <a:rPr lang="zh-CN" altLang="en-US" b="0" i="0" dirty="0">
                <a:solidFill>
                  <a:srgbClr val="333333"/>
                </a:solidFill>
                <a:effectLst/>
              </a:rPr>
              <a:t>状态，只能查看历史记录，而不能进行分支操作。通常情况下，不建议在分离头指针状态下工作，因为更改可能会丢失。</a:t>
            </a:r>
            <a:endParaRPr lang="en-US" altLang="zh-CN" b="0" i="0" dirty="0">
              <a:solidFill>
                <a:srgbClr val="333333"/>
              </a:solidFill>
              <a:effectLst/>
            </a:endParaRPr>
          </a:p>
          <a:p>
            <a:pPr marL="139700" indent="0" algn="l">
              <a:buNone/>
            </a:pPr>
            <a:endParaRPr lang="en-US" altLang="zh-CN" dirty="0">
              <a:solidFill>
                <a:srgbClr val="333333"/>
              </a:solidFill>
            </a:endParaRPr>
          </a:p>
          <a:p>
            <a:pPr algn="l"/>
            <a:r>
              <a:rPr lang="zh-CN" altLang="en-US" dirty="0">
                <a:solidFill>
                  <a:srgbClr val="333333"/>
                </a:solidFill>
              </a:rPr>
              <a:t>如果你就是想回到这个节点并再此基础上再做开发，使用</a:t>
            </a:r>
            <a:r>
              <a:rPr lang="en-US" altLang="zh-CN" dirty="0">
                <a:solidFill>
                  <a:srgbClr val="333333"/>
                </a:solidFill>
              </a:rPr>
              <a:t>git checkout –b &lt;</a:t>
            </a:r>
            <a:r>
              <a:rPr lang="en-US" altLang="zh-CN" dirty="0" err="1">
                <a:solidFill>
                  <a:srgbClr val="333333"/>
                </a:solidFill>
              </a:rPr>
              <a:t>new_branch_name</a:t>
            </a:r>
            <a:r>
              <a:rPr lang="en-US" altLang="zh-CN" dirty="0">
                <a:solidFill>
                  <a:srgbClr val="333333"/>
                </a:solidFill>
              </a:rPr>
              <a:t>&gt;</a:t>
            </a:r>
            <a:r>
              <a:rPr lang="zh-CN" altLang="en-US" dirty="0">
                <a:solidFill>
                  <a:srgbClr val="333333"/>
                </a:solidFill>
              </a:rPr>
              <a:t>即可在当前的提交节点上新建分支并在这个节点上继续工作（可以让我们离开头指针分离状态，因为头指针指向了新的分支头）</a:t>
            </a:r>
            <a:endParaRPr lang="en-US" altLang="zh-CN" dirty="0">
              <a:solidFill>
                <a:srgbClr val="333333"/>
              </a:solidFill>
            </a:endParaRPr>
          </a:p>
          <a:p>
            <a:pPr algn="l"/>
            <a:endParaRPr lang="en-US" altLang="zh-CN" dirty="0">
              <a:solidFill>
                <a:srgbClr val="333333"/>
              </a:solidFill>
            </a:endParaRPr>
          </a:p>
          <a:p>
            <a:pPr algn="l"/>
            <a:r>
              <a:rPr lang="zh-CN" altLang="en-US" dirty="0">
                <a:solidFill>
                  <a:srgbClr val="333333"/>
                </a:solidFill>
              </a:rPr>
              <a:t>如果你只是不小心使用了这个命令进入了头指针分离状态并且不打算新建分支：</a:t>
            </a:r>
            <a:endParaRPr lang="en-US" altLang="zh-CN" dirty="0">
              <a:solidFill>
                <a:srgbClr val="333333"/>
              </a:solidFill>
            </a:endParaRPr>
          </a:p>
          <a:p>
            <a:pPr marL="139700" indent="0" algn="l">
              <a:buNone/>
            </a:pPr>
            <a:r>
              <a:rPr lang="en-US" altLang="zh-CN" dirty="0">
                <a:solidFill>
                  <a:srgbClr val="333333"/>
                </a:solidFill>
              </a:rPr>
              <a:t>	</a:t>
            </a:r>
            <a:r>
              <a:rPr lang="zh-CN" altLang="en-US" dirty="0">
                <a:solidFill>
                  <a:srgbClr val="333333"/>
                </a:solidFill>
              </a:rPr>
              <a:t>使用  </a:t>
            </a:r>
            <a:r>
              <a:rPr lang="en-US" altLang="zh-CN" dirty="0">
                <a:solidFill>
                  <a:srgbClr val="333333"/>
                </a:solidFill>
              </a:rPr>
              <a:t>git switch -  </a:t>
            </a:r>
            <a:r>
              <a:rPr lang="zh-CN" altLang="en-US" dirty="0">
                <a:solidFill>
                  <a:srgbClr val="333333"/>
                </a:solidFill>
              </a:rPr>
              <a:t>去撤销这个操作</a:t>
            </a:r>
            <a:r>
              <a:rPr lang="en-US" altLang="zh-CN" dirty="0">
                <a:solidFill>
                  <a:srgbClr val="333333"/>
                </a:solidFill>
              </a:rPr>
              <a:t>,</a:t>
            </a:r>
            <a:r>
              <a:rPr lang="zh-CN" altLang="en-US" dirty="0">
                <a:solidFill>
                  <a:srgbClr val="333333"/>
                </a:solidFill>
              </a:rPr>
              <a:t>让被分离的</a:t>
            </a:r>
            <a:r>
              <a:rPr lang="en-US" altLang="zh-CN" dirty="0">
                <a:solidFill>
                  <a:srgbClr val="333333"/>
                </a:solidFill>
              </a:rPr>
              <a:t>HEAD</a:t>
            </a:r>
            <a:r>
              <a:rPr lang="zh-CN" altLang="en-US" dirty="0">
                <a:solidFill>
                  <a:srgbClr val="333333"/>
                </a:solidFill>
              </a:rPr>
              <a:t>回到原来的位置。</a:t>
            </a:r>
            <a:endParaRPr lang="en-US" altLang="zh-CN" dirty="0">
              <a:solidFill>
                <a:srgbClr val="333333"/>
              </a:solidFill>
            </a:endParaRPr>
          </a:p>
          <a:p>
            <a:pPr marL="139700" indent="0" algn="l">
              <a:buNone/>
            </a:pPr>
            <a:r>
              <a:rPr lang="en-US" altLang="zh-CN" dirty="0">
                <a:solidFill>
                  <a:srgbClr val="333333"/>
                </a:solidFill>
              </a:rPr>
              <a:t>	</a:t>
            </a:r>
            <a:r>
              <a:rPr lang="zh-CN" altLang="en-US" dirty="0">
                <a:solidFill>
                  <a:srgbClr val="333333"/>
                </a:solidFill>
              </a:rPr>
              <a:t>使用 </a:t>
            </a:r>
            <a:r>
              <a:rPr lang="en-US" altLang="zh-CN" dirty="0">
                <a:solidFill>
                  <a:srgbClr val="333333"/>
                </a:solidFill>
              </a:rPr>
              <a:t>git checkout &lt;</a:t>
            </a:r>
            <a:r>
              <a:rPr lang="en-US" altLang="zh-CN" dirty="0" err="1">
                <a:solidFill>
                  <a:srgbClr val="333333"/>
                </a:solidFill>
              </a:rPr>
              <a:t>branch_name</a:t>
            </a:r>
            <a:r>
              <a:rPr lang="en-US" altLang="zh-CN" dirty="0">
                <a:solidFill>
                  <a:srgbClr val="333333"/>
                </a:solidFill>
              </a:rPr>
              <a:t>&gt;</a:t>
            </a:r>
            <a:r>
              <a:rPr lang="zh-CN" altLang="en-US" dirty="0">
                <a:solidFill>
                  <a:srgbClr val="333333"/>
                </a:solidFill>
              </a:rPr>
              <a:t>直接切换分支即可</a:t>
            </a:r>
            <a:endParaRPr lang="en-US" altLang="zh-CN" dirty="0">
              <a:solidFill>
                <a:srgbClr val="333333"/>
              </a:solidFill>
            </a:endParaRPr>
          </a:p>
          <a:p>
            <a:pPr marL="139700" indent="0" algn="l">
              <a:buNone/>
            </a:pPr>
            <a:endParaRPr lang="en-US" altLang="zh-CN" dirty="0">
              <a:solidFill>
                <a:srgbClr val="333333"/>
              </a:solidFill>
            </a:endParaRPr>
          </a:p>
          <a:p>
            <a:pPr marL="139700" indent="0" algn="l">
              <a:buNone/>
            </a:pPr>
            <a:r>
              <a:rPr lang="zh-CN" altLang="en-US" dirty="0">
                <a:solidFill>
                  <a:srgbClr val="333333"/>
                </a:solidFill>
              </a:rPr>
              <a:t>详见：</a:t>
            </a:r>
            <a:r>
              <a:rPr lang="en-US" altLang="zh-CN" dirty="0">
                <a:hlinkClick r:id="rId2"/>
              </a:rPr>
              <a:t> 【Git】</a:t>
            </a:r>
            <a:r>
              <a:rPr lang="zh-CN" altLang="en-US" dirty="0">
                <a:hlinkClick r:id="rId2"/>
              </a:rPr>
              <a:t>：遇到 </a:t>
            </a:r>
            <a:r>
              <a:rPr lang="en-US" altLang="zh-CN" dirty="0">
                <a:hlinkClick r:id="rId2"/>
              </a:rPr>
              <a:t>Detached HEAD </a:t>
            </a:r>
            <a:r>
              <a:rPr lang="zh-CN" altLang="en-US" dirty="0">
                <a:hlinkClick r:id="rId2"/>
              </a:rPr>
              <a:t>怎么办？</a:t>
            </a:r>
            <a:r>
              <a:rPr lang="en-US" altLang="zh-CN" dirty="0">
                <a:hlinkClick r:id="rId2"/>
              </a:rPr>
              <a:t>-</a:t>
            </a:r>
            <a:r>
              <a:rPr lang="zh-CN" altLang="en-US" dirty="0">
                <a:hlinkClick r:id="rId2"/>
              </a:rPr>
              <a:t>腾讯云开发者社区</a:t>
            </a:r>
            <a:r>
              <a:rPr lang="en-US" altLang="zh-CN" dirty="0">
                <a:hlinkClick r:id="rId2"/>
              </a:rPr>
              <a:t>-</a:t>
            </a:r>
            <a:r>
              <a:rPr lang="zh-CN" altLang="en-US" dirty="0">
                <a:hlinkClick r:id="rId2"/>
              </a:rPr>
              <a:t>腾讯云</a:t>
            </a:r>
            <a:endParaRPr lang="en-US" altLang="zh-CN" dirty="0">
              <a:solidFill>
                <a:srgbClr val="333333"/>
              </a:solidFill>
            </a:endParaRPr>
          </a:p>
          <a:p>
            <a:pPr algn="l"/>
            <a:endParaRPr lang="en-US" altLang="zh-CN" dirty="0">
              <a:solidFill>
                <a:srgbClr val="333333"/>
              </a:solidFill>
            </a:endParaRPr>
          </a:p>
          <a:p>
            <a:pPr algn="l"/>
            <a:endParaRPr lang="en-US" altLang="zh-CN" dirty="0">
              <a:solidFill>
                <a:srgbClr val="333333"/>
              </a:solidFill>
            </a:endParaRPr>
          </a:p>
          <a:p>
            <a:pPr algn="l"/>
            <a:endParaRPr lang="zh-CN" altLang="en-US" b="0" i="0" dirty="0">
              <a:solidFill>
                <a:srgbClr val="333333"/>
              </a:solidFill>
              <a:effectLst/>
            </a:endParaRPr>
          </a:p>
          <a:p>
            <a:pPr marL="139700" indent="0" algn="l">
              <a:buNone/>
            </a:pPr>
            <a:endParaRPr lang="zh-CN" altLang="en-US" dirty="0"/>
          </a:p>
        </p:txBody>
      </p:sp>
    </p:spTree>
    <p:extLst>
      <p:ext uri="{BB962C8B-B14F-4D97-AF65-F5344CB8AC3E}">
        <p14:creationId xmlns:p14="http://schemas.microsoft.com/office/powerpoint/2010/main" val="1392660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75C7A9-8805-4D19-816A-6ADD5FBFAF1A}"/>
              </a:ext>
            </a:extLst>
          </p:cNvPr>
          <p:cNvSpPr>
            <a:spLocks noGrp="1"/>
          </p:cNvSpPr>
          <p:nvPr>
            <p:ph type="title"/>
          </p:nvPr>
        </p:nvSpPr>
        <p:spPr/>
        <p:txBody>
          <a:bodyPr/>
          <a:lstStyle/>
          <a:p>
            <a:r>
              <a:rPr lang="zh-CN" altLang="en-US" dirty="0"/>
              <a:t>两个分支的融合：</a:t>
            </a:r>
            <a:r>
              <a:rPr lang="en-US" altLang="zh-CN" dirty="0"/>
              <a:t>merge</a:t>
            </a:r>
            <a:endParaRPr lang="zh-CN" altLang="en-US" dirty="0"/>
          </a:p>
        </p:txBody>
      </p:sp>
      <p:sp>
        <p:nvSpPr>
          <p:cNvPr id="3" name="文本占位符 2">
            <a:extLst>
              <a:ext uri="{FF2B5EF4-FFF2-40B4-BE49-F238E27FC236}">
                <a16:creationId xmlns:a16="http://schemas.microsoft.com/office/drawing/2014/main" id="{CF43A890-1E24-4EBD-8704-9A81A8FEE1AC}"/>
              </a:ext>
            </a:extLst>
          </p:cNvPr>
          <p:cNvSpPr>
            <a:spLocks noGrp="1"/>
          </p:cNvSpPr>
          <p:nvPr>
            <p:ph type="body" idx="1"/>
          </p:nvPr>
        </p:nvSpPr>
        <p:spPr/>
        <p:txBody>
          <a:bodyPr/>
          <a:lstStyle/>
          <a:p>
            <a:pPr algn="l"/>
            <a:r>
              <a:rPr lang="zh-CN" altLang="en-US" dirty="0"/>
              <a:t>由上所述，我们会发现很多时候我们会有新建多分支的需要，但有的分支处理完之后是可以合并的，这时候我们可以使用</a:t>
            </a:r>
            <a:r>
              <a:rPr lang="en-US" altLang="zh-CN" dirty="0"/>
              <a:t>merge</a:t>
            </a:r>
            <a:r>
              <a:rPr lang="zh-CN" altLang="en-US" dirty="0"/>
              <a:t>来进行融合。</a:t>
            </a:r>
            <a:endParaRPr lang="en-US" altLang="zh-CN" dirty="0"/>
          </a:p>
          <a:p>
            <a:pPr algn="l"/>
            <a:endParaRPr lang="en-US" altLang="zh-CN" dirty="0"/>
          </a:p>
          <a:p>
            <a:pPr algn="l"/>
            <a:r>
              <a:rPr lang="en-US" altLang="zh-CN" dirty="0"/>
              <a:t>git merge &lt;branch name&gt;     (</a:t>
            </a:r>
            <a:r>
              <a:rPr lang="zh-CN" altLang="en-US" dirty="0"/>
              <a:t>将</a:t>
            </a:r>
            <a:r>
              <a:rPr lang="en-US" altLang="zh-CN" dirty="0"/>
              <a:t>&lt;branch name&gt; </a:t>
            </a:r>
            <a:r>
              <a:rPr lang="zh-CN" altLang="en-US" dirty="0"/>
              <a:t>分支与</a:t>
            </a:r>
            <a:r>
              <a:rPr lang="zh-CN" altLang="en-US" b="1" i="1" u="sng" dirty="0"/>
              <a:t>你当前所在的分支</a:t>
            </a:r>
            <a:r>
              <a:rPr lang="zh-CN" altLang="en-US" dirty="0"/>
              <a:t>融合</a:t>
            </a:r>
            <a:r>
              <a:rPr lang="en-US" altLang="zh-CN" dirty="0"/>
              <a:t>)</a:t>
            </a:r>
          </a:p>
          <a:p>
            <a:pPr algn="l"/>
            <a:endParaRPr lang="en-US" altLang="zh-CN" dirty="0"/>
          </a:p>
          <a:p>
            <a:pPr algn="l"/>
            <a:r>
              <a:rPr lang="zh-CN" altLang="en-US" dirty="0"/>
              <a:t>也可以使用</a:t>
            </a:r>
            <a:r>
              <a:rPr lang="en-US" altLang="zh-CN" dirty="0"/>
              <a:t>git graph</a:t>
            </a:r>
            <a:r>
              <a:rPr lang="zh-CN" altLang="en-US" dirty="0"/>
              <a:t>操作：</a:t>
            </a:r>
            <a:endParaRPr lang="en-US" altLang="zh-CN" dirty="0"/>
          </a:p>
          <a:p>
            <a:pPr algn="l"/>
            <a:endParaRPr lang="en-US" altLang="zh-CN" dirty="0"/>
          </a:p>
          <a:p>
            <a:pPr algn="l"/>
            <a:endParaRPr lang="en-US" altLang="zh-CN" dirty="0"/>
          </a:p>
          <a:p>
            <a:pPr algn="l"/>
            <a:endParaRPr lang="zh-CN" altLang="en-US" dirty="0"/>
          </a:p>
        </p:txBody>
      </p:sp>
      <p:pic>
        <p:nvPicPr>
          <p:cNvPr id="5" name="图片 4">
            <a:extLst>
              <a:ext uri="{FF2B5EF4-FFF2-40B4-BE49-F238E27FC236}">
                <a16:creationId xmlns:a16="http://schemas.microsoft.com/office/drawing/2014/main" id="{8A787CB5-EBFC-427F-883E-F5F35A622A2E}"/>
              </a:ext>
            </a:extLst>
          </p:cNvPr>
          <p:cNvPicPr>
            <a:picLocks noChangeAspect="1"/>
          </p:cNvPicPr>
          <p:nvPr/>
        </p:nvPicPr>
        <p:blipFill>
          <a:blip r:embed="rId2"/>
          <a:stretch>
            <a:fillRect/>
          </a:stretch>
        </p:blipFill>
        <p:spPr>
          <a:xfrm>
            <a:off x="947509" y="2647906"/>
            <a:ext cx="2211991" cy="425631"/>
          </a:xfrm>
          <a:prstGeom prst="rect">
            <a:avLst/>
          </a:prstGeom>
        </p:spPr>
      </p:pic>
      <p:sp>
        <p:nvSpPr>
          <p:cNvPr id="9" name="文本框 8">
            <a:extLst>
              <a:ext uri="{FF2B5EF4-FFF2-40B4-BE49-F238E27FC236}">
                <a16:creationId xmlns:a16="http://schemas.microsoft.com/office/drawing/2014/main" id="{0B003D18-70C7-49D7-AC18-FD1E55888639}"/>
              </a:ext>
            </a:extLst>
          </p:cNvPr>
          <p:cNvSpPr txBox="1"/>
          <p:nvPr/>
        </p:nvSpPr>
        <p:spPr>
          <a:xfrm>
            <a:off x="3283743" y="2647906"/>
            <a:ext cx="2576513" cy="307777"/>
          </a:xfrm>
          <a:prstGeom prst="rect">
            <a:avLst/>
          </a:prstGeom>
          <a:noFill/>
        </p:spPr>
        <p:txBody>
          <a:bodyPr wrap="square">
            <a:spAutoFit/>
          </a:bodyPr>
          <a:lstStyle/>
          <a:p>
            <a:r>
              <a:rPr lang="zh-CN" altLang="en-US" dirty="0"/>
              <a:t>如图，当前位于</a:t>
            </a:r>
            <a:r>
              <a:rPr lang="en-US" altLang="zh-CN" dirty="0"/>
              <a:t>main</a:t>
            </a:r>
            <a:r>
              <a:rPr lang="zh-CN" altLang="en-US" dirty="0"/>
              <a:t>分支</a:t>
            </a:r>
          </a:p>
        </p:txBody>
      </p:sp>
      <p:pic>
        <p:nvPicPr>
          <p:cNvPr id="11" name="图片 10">
            <a:extLst>
              <a:ext uri="{FF2B5EF4-FFF2-40B4-BE49-F238E27FC236}">
                <a16:creationId xmlns:a16="http://schemas.microsoft.com/office/drawing/2014/main" id="{2D4C015E-EA07-4D4C-A5BC-EC0594070AEA}"/>
              </a:ext>
            </a:extLst>
          </p:cNvPr>
          <p:cNvPicPr>
            <a:picLocks noChangeAspect="1"/>
          </p:cNvPicPr>
          <p:nvPr/>
        </p:nvPicPr>
        <p:blipFill>
          <a:blip r:embed="rId3"/>
          <a:stretch>
            <a:fillRect/>
          </a:stretch>
        </p:blipFill>
        <p:spPr>
          <a:xfrm>
            <a:off x="1218923" y="3267731"/>
            <a:ext cx="1686722" cy="819150"/>
          </a:xfrm>
          <a:prstGeom prst="rect">
            <a:avLst/>
          </a:prstGeom>
        </p:spPr>
      </p:pic>
      <p:sp>
        <p:nvSpPr>
          <p:cNvPr id="12" name="文本框 11">
            <a:extLst>
              <a:ext uri="{FF2B5EF4-FFF2-40B4-BE49-F238E27FC236}">
                <a16:creationId xmlns:a16="http://schemas.microsoft.com/office/drawing/2014/main" id="{DF8802C8-7AA1-41EE-8D55-2BB0305D4F24}"/>
              </a:ext>
            </a:extLst>
          </p:cNvPr>
          <p:cNvSpPr txBox="1"/>
          <p:nvPr/>
        </p:nvSpPr>
        <p:spPr>
          <a:xfrm>
            <a:off x="3095625" y="3415323"/>
            <a:ext cx="3871912" cy="523220"/>
          </a:xfrm>
          <a:prstGeom prst="rect">
            <a:avLst/>
          </a:prstGeom>
          <a:noFill/>
        </p:spPr>
        <p:txBody>
          <a:bodyPr wrap="square">
            <a:spAutoFit/>
          </a:bodyPr>
          <a:lstStyle/>
          <a:p>
            <a:r>
              <a:rPr lang="zh-CN" altLang="en-US" dirty="0"/>
              <a:t>右键</a:t>
            </a:r>
            <a:r>
              <a:rPr lang="en-US" altLang="zh-CN" dirty="0" err="1"/>
              <a:t>new_branch</a:t>
            </a:r>
            <a:r>
              <a:rPr lang="zh-CN" altLang="en-US" dirty="0"/>
              <a:t>分支，选择</a:t>
            </a:r>
            <a:r>
              <a:rPr lang="en-US" altLang="zh-CN" dirty="0"/>
              <a:t>merge…</a:t>
            </a:r>
          </a:p>
          <a:p>
            <a:r>
              <a:rPr lang="zh-CN" altLang="en-US" dirty="0"/>
              <a:t>解决可能遇到的冲突，可以得到：</a:t>
            </a:r>
          </a:p>
        </p:txBody>
      </p:sp>
      <p:pic>
        <p:nvPicPr>
          <p:cNvPr id="14" name="图片 13">
            <a:extLst>
              <a:ext uri="{FF2B5EF4-FFF2-40B4-BE49-F238E27FC236}">
                <a16:creationId xmlns:a16="http://schemas.microsoft.com/office/drawing/2014/main" id="{CBE57ED5-1EF3-4211-9601-F47D924DA6A6}"/>
              </a:ext>
            </a:extLst>
          </p:cNvPr>
          <p:cNvPicPr>
            <a:picLocks noChangeAspect="1"/>
          </p:cNvPicPr>
          <p:nvPr/>
        </p:nvPicPr>
        <p:blipFill>
          <a:blip r:embed="rId4"/>
          <a:stretch>
            <a:fillRect/>
          </a:stretch>
        </p:blipFill>
        <p:spPr>
          <a:xfrm>
            <a:off x="5917282" y="3692257"/>
            <a:ext cx="2100509" cy="492572"/>
          </a:xfrm>
          <a:prstGeom prst="rect">
            <a:avLst/>
          </a:prstGeom>
        </p:spPr>
      </p:pic>
      <p:sp>
        <p:nvSpPr>
          <p:cNvPr id="15" name="文本框 14">
            <a:extLst>
              <a:ext uri="{FF2B5EF4-FFF2-40B4-BE49-F238E27FC236}">
                <a16:creationId xmlns:a16="http://schemas.microsoft.com/office/drawing/2014/main" id="{BBD8480A-AA93-4108-8178-D2061139C569}"/>
              </a:ext>
            </a:extLst>
          </p:cNvPr>
          <p:cNvSpPr txBox="1"/>
          <p:nvPr/>
        </p:nvSpPr>
        <p:spPr>
          <a:xfrm>
            <a:off x="600799" y="4280329"/>
            <a:ext cx="8133625" cy="430887"/>
          </a:xfrm>
          <a:prstGeom prst="rect">
            <a:avLst/>
          </a:prstGeom>
          <a:noFill/>
        </p:spPr>
        <p:txBody>
          <a:bodyPr wrap="square">
            <a:spAutoFit/>
          </a:bodyPr>
          <a:lstStyle/>
          <a:p>
            <a:r>
              <a:rPr lang="en-US" altLang="zh-CN" sz="1100" dirty="0"/>
              <a:t>Pull</a:t>
            </a:r>
            <a:r>
              <a:rPr lang="zh-CN" altLang="en-US" sz="1100" dirty="0"/>
              <a:t>的本质是把远程分支抓取下来并融合</a:t>
            </a:r>
            <a:r>
              <a:rPr lang="en-US" altLang="zh-CN" sz="1100" dirty="0"/>
              <a:t>FETCH</a:t>
            </a:r>
            <a:r>
              <a:rPr lang="zh-CN" altLang="en-US" sz="1100" dirty="0"/>
              <a:t>指针与当前分支</a:t>
            </a:r>
            <a:endParaRPr lang="en-US" altLang="zh-CN" sz="1100" dirty="0"/>
          </a:p>
          <a:p>
            <a:r>
              <a:rPr lang="zh-CN" altLang="en-US" sz="1100" dirty="0"/>
              <a:t>并且</a:t>
            </a:r>
            <a:r>
              <a:rPr lang="en-US" altLang="zh-CN" sz="1100" dirty="0"/>
              <a:t>merge</a:t>
            </a:r>
            <a:r>
              <a:rPr lang="zh-CN" altLang="en-US" sz="1100" dirty="0"/>
              <a:t>的特点就是会产生多分支的分岔交融点，好处是它保留了所有的提交信息，坏处是会让提交记录看起来比较混乱</a:t>
            </a:r>
          </a:p>
        </p:txBody>
      </p:sp>
    </p:spTree>
    <p:extLst>
      <p:ext uri="{BB962C8B-B14F-4D97-AF65-F5344CB8AC3E}">
        <p14:creationId xmlns:p14="http://schemas.microsoft.com/office/powerpoint/2010/main" val="1531786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B91C32-B31B-414A-A8AF-7F6983F32525}"/>
              </a:ext>
            </a:extLst>
          </p:cNvPr>
          <p:cNvSpPr>
            <a:spLocks noGrp="1"/>
          </p:cNvSpPr>
          <p:nvPr>
            <p:ph type="title"/>
          </p:nvPr>
        </p:nvSpPr>
        <p:spPr>
          <a:xfrm>
            <a:off x="631973" y="533311"/>
            <a:ext cx="7713900" cy="685800"/>
          </a:xfrm>
        </p:spPr>
        <p:txBody>
          <a:bodyPr/>
          <a:lstStyle/>
          <a:p>
            <a:r>
              <a:rPr lang="zh-CN" altLang="en-US" sz="2800" dirty="0"/>
              <a:t>另一种融合分支的方式：变基操作</a:t>
            </a:r>
          </a:p>
        </p:txBody>
      </p:sp>
      <p:sp>
        <p:nvSpPr>
          <p:cNvPr id="3" name="文本占位符 2">
            <a:extLst>
              <a:ext uri="{FF2B5EF4-FFF2-40B4-BE49-F238E27FC236}">
                <a16:creationId xmlns:a16="http://schemas.microsoft.com/office/drawing/2014/main" id="{6F7E6A91-0276-4C34-9EF2-457BED9AA660}"/>
              </a:ext>
            </a:extLst>
          </p:cNvPr>
          <p:cNvSpPr>
            <a:spLocks noGrp="1"/>
          </p:cNvSpPr>
          <p:nvPr>
            <p:ph type="body" idx="1"/>
          </p:nvPr>
        </p:nvSpPr>
        <p:spPr>
          <a:xfrm>
            <a:off x="715000" y="1843103"/>
            <a:ext cx="7713900" cy="365700"/>
          </a:xfrm>
        </p:spPr>
        <p:txBody>
          <a:bodyPr/>
          <a:lstStyle/>
          <a:p>
            <a:pPr algn="l"/>
            <a:r>
              <a:rPr lang="zh-CN" altLang="en-US" dirty="0"/>
              <a:t>例如：提交远程的修改：</a:t>
            </a:r>
            <a:r>
              <a:rPr lang="en-US" altLang="zh-CN" dirty="0"/>
              <a:t>			     </a:t>
            </a:r>
            <a:r>
              <a:rPr lang="zh-CN" altLang="en-US" dirty="0"/>
              <a:t>提交本地的修改：</a:t>
            </a:r>
          </a:p>
        </p:txBody>
      </p:sp>
      <p:pic>
        <p:nvPicPr>
          <p:cNvPr id="5" name="图片 4">
            <a:extLst>
              <a:ext uri="{FF2B5EF4-FFF2-40B4-BE49-F238E27FC236}">
                <a16:creationId xmlns:a16="http://schemas.microsoft.com/office/drawing/2014/main" id="{29C1C7BB-50A8-4391-BDEC-79EF33D3B93A}"/>
              </a:ext>
            </a:extLst>
          </p:cNvPr>
          <p:cNvPicPr>
            <a:picLocks noChangeAspect="1"/>
          </p:cNvPicPr>
          <p:nvPr/>
        </p:nvPicPr>
        <p:blipFill>
          <a:blip r:embed="rId2"/>
          <a:stretch>
            <a:fillRect/>
          </a:stretch>
        </p:blipFill>
        <p:spPr>
          <a:xfrm>
            <a:off x="2856198" y="1519914"/>
            <a:ext cx="2479963" cy="917145"/>
          </a:xfrm>
          <a:prstGeom prst="rect">
            <a:avLst/>
          </a:prstGeom>
        </p:spPr>
      </p:pic>
      <p:sp>
        <p:nvSpPr>
          <p:cNvPr id="6" name="文本占位符 2">
            <a:extLst>
              <a:ext uri="{FF2B5EF4-FFF2-40B4-BE49-F238E27FC236}">
                <a16:creationId xmlns:a16="http://schemas.microsoft.com/office/drawing/2014/main" id="{EE052C56-0254-4934-AE1C-4F6AE55C67B5}"/>
              </a:ext>
            </a:extLst>
          </p:cNvPr>
          <p:cNvSpPr txBox="1">
            <a:spLocks/>
          </p:cNvSpPr>
          <p:nvPr/>
        </p:nvSpPr>
        <p:spPr>
          <a:xfrm>
            <a:off x="715000" y="2437059"/>
            <a:ext cx="7713900"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zh-CN" altLang="en-US" dirty="0"/>
              <a:t>使用变基方式拉取远程：</a:t>
            </a:r>
            <a:r>
              <a:rPr lang="en-US" altLang="zh-CN" dirty="0"/>
              <a:t>git pull origin main --rebase</a:t>
            </a:r>
            <a:endParaRPr lang="zh-CN" altLang="en-US" dirty="0"/>
          </a:p>
        </p:txBody>
      </p:sp>
      <p:pic>
        <p:nvPicPr>
          <p:cNvPr id="8" name="图片 7">
            <a:extLst>
              <a:ext uri="{FF2B5EF4-FFF2-40B4-BE49-F238E27FC236}">
                <a16:creationId xmlns:a16="http://schemas.microsoft.com/office/drawing/2014/main" id="{827A8676-C9E4-4802-AECE-5FC8CC6A25BF}"/>
              </a:ext>
            </a:extLst>
          </p:cNvPr>
          <p:cNvPicPr>
            <a:picLocks noChangeAspect="1"/>
          </p:cNvPicPr>
          <p:nvPr/>
        </p:nvPicPr>
        <p:blipFill>
          <a:blip r:embed="rId3"/>
          <a:stretch>
            <a:fillRect/>
          </a:stretch>
        </p:blipFill>
        <p:spPr>
          <a:xfrm>
            <a:off x="6707765" y="1499142"/>
            <a:ext cx="2208309" cy="1072608"/>
          </a:xfrm>
          <a:prstGeom prst="rect">
            <a:avLst/>
          </a:prstGeom>
        </p:spPr>
      </p:pic>
      <p:sp>
        <p:nvSpPr>
          <p:cNvPr id="9" name="文本占位符 2">
            <a:extLst>
              <a:ext uri="{FF2B5EF4-FFF2-40B4-BE49-F238E27FC236}">
                <a16:creationId xmlns:a16="http://schemas.microsoft.com/office/drawing/2014/main" id="{72653536-E4B4-4E41-8E49-098899BC0B11}"/>
              </a:ext>
            </a:extLst>
          </p:cNvPr>
          <p:cNvSpPr txBox="1">
            <a:spLocks/>
          </p:cNvSpPr>
          <p:nvPr/>
        </p:nvSpPr>
        <p:spPr>
          <a:xfrm>
            <a:off x="715000" y="1136568"/>
            <a:ext cx="7713900"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zh-CN" altLang="en-US" dirty="0"/>
              <a:t>变基的概念：</a:t>
            </a:r>
            <a:r>
              <a:rPr lang="en-US" altLang="zh-CN" dirty="0">
                <a:hlinkClick r:id="rId4"/>
              </a:rPr>
              <a:t>git rebase</a:t>
            </a:r>
            <a:r>
              <a:rPr lang="zh-CN" altLang="en-US" dirty="0">
                <a:hlinkClick r:id="rId4"/>
              </a:rPr>
              <a:t>详解（图解</a:t>
            </a:r>
            <a:r>
              <a:rPr lang="en-US" altLang="zh-CN" dirty="0">
                <a:hlinkClick r:id="rId4"/>
              </a:rPr>
              <a:t>+</a:t>
            </a:r>
            <a:r>
              <a:rPr lang="zh-CN" altLang="en-US" dirty="0">
                <a:hlinkClick r:id="rId4"/>
              </a:rPr>
              <a:t>最简单示例，一次就懂）</a:t>
            </a:r>
            <a:r>
              <a:rPr lang="en-US" altLang="zh-CN" dirty="0">
                <a:hlinkClick r:id="rId4"/>
              </a:rPr>
              <a:t>-CSDN</a:t>
            </a:r>
            <a:r>
              <a:rPr lang="zh-CN" altLang="en-US" dirty="0">
                <a:hlinkClick r:id="rId4"/>
              </a:rPr>
              <a:t>博客</a:t>
            </a:r>
            <a:endParaRPr lang="zh-CN" altLang="en-US" dirty="0"/>
          </a:p>
        </p:txBody>
      </p:sp>
      <p:pic>
        <p:nvPicPr>
          <p:cNvPr id="11" name="图片 10">
            <a:extLst>
              <a:ext uri="{FF2B5EF4-FFF2-40B4-BE49-F238E27FC236}">
                <a16:creationId xmlns:a16="http://schemas.microsoft.com/office/drawing/2014/main" id="{2473BA80-A169-40B9-8418-90E82EC473F7}"/>
              </a:ext>
            </a:extLst>
          </p:cNvPr>
          <p:cNvPicPr>
            <a:picLocks noChangeAspect="1"/>
          </p:cNvPicPr>
          <p:nvPr/>
        </p:nvPicPr>
        <p:blipFill>
          <a:blip r:embed="rId5"/>
          <a:stretch>
            <a:fillRect/>
          </a:stretch>
        </p:blipFill>
        <p:spPr>
          <a:xfrm>
            <a:off x="2086600" y="2798501"/>
            <a:ext cx="2108205" cy="1811688"/>
          </a:xfrm>
          <a:prstGeom prst="rect">
            <a:avLst/>
          </a:prstGeom>
        </p:spPr>
      </p:pic>
    </p:spTree>
    <p:extLst>
      <p:ext uri="{BB962C8B-B14F-4D97-AF65-F5344CB8AC3E}">
        <p14:creationId xmlns:p14="http://schemas.microsoft.com/office/powerpoint/2010/main" val="414707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045D6992-6704-4ED9-A9D9-4A3D3B9590A8}"/>
              </a:ext>
            </a:extLst>
          </p:cNvPr>
          <p:cNvSpPr>
            <a:spLocks noGrp="1"/>
          </p:cNvSpPr>
          <p:nvPr>
            <p:ph type="body" idx="1"/>
          </p:nvPr>
        </p:nvSpPr>
        <p:spPr/>
        <p:txBody>
          <a:bodyPr/>
          <a:lstStyle/>
          <a:p>
            <a:pPr algn="l"/>
            <a:r>
              <a:rPr lang="en-US" altLang="zh-CN" dirty="0"/>
              <a:t>Rebase</a:t>
            </a:r>
            <a:r>
              <a:rPr lang="zh-CN" altLang="en-US" dirty="0"/>
              <a:t>的效果如下（最新的两条提交记录）</a:t>
            </a:r>
          </a:p>
        </p:txBody>
      </p:sp>
      <p:sp>
        <p:nvSpPr>
          <p:cNvPr id="4" name="标题 1">
            <a:extLst>
              <a:ext uri="{FF2B5EF4-FFF2-40B4-BE49-F238E27FC236}">
                <a16:creationId xmlns:a16="http://schemas.microsoft.com/office/drawing/2014/main" id="{1DA07C8E-6E36-4BAB-B77F-978652CCB665}"/>
              </a:ext>
            </a:extLst>
          </p:cNvPr>
          <p:cNvSpPr>
            <a:spLocks noGrp="1"/>
          </p:cNvSpPr>
          <p:nvPr>
            <p:ph type="title"/>
          </p:nvPr>
        </p:nvSpPr>
        <p:spPr>
          <a:xfrm>
            <a:off x="714375" y="731838"/>
            <a:ext cx="7715250" cy="685800"/>
          </a:xfrm>
        </p:spPr>
        <p:txBody>
          <a:bodyPr/>
          <a:lstStyle/>
          <a:p>
            <a:r>
              <a:rPr lang="zh-CN" altLang="en-US" sz="2800" dirty="0"/>
              <a:t>让分支美观一点：变基操作</a:t>
            </a:r>
          </a:p>
        </p:txBody>
      </p:sp>
      <p:pic>
        <p:nvPicPr>
          <p:cNvPr id="5" name="图片 4">
            <a:extLst>
              <a:ext uri="{FF2B5EF4-FFF2-40B4-BE49-F238E27FC236}">
                <a16:creationId xmlns:a16="http://schemas.microsoft.com/office/drawing/2014/main" id="{0AF1AC8D-B661-4EF6-85FD-9DCFA283F09A}"/>
              </a:ext>
            </a:extLst>
          </p:cNvPr>
          <p:cNvPicPr>
            <a:picLocks noChangeAspect="1"/>
          </p:cNvPicPr>
          <p:nvPr/>
        </p:nvPicPr>
        <p:blipFill>
          <a:blip r:embed="rId2"/>
          <a:stretch>
            <a:fillRect/>
          </a:stretch>
        </p:blipFill>
        <p:spPr>
          <a:xfrm>
            <a:off x="714375" y="3394008"/>
            <a:ext cx="3297382" cy="1032382"/>
          </a:xfrm>
          <a:prstGeom prst="rect">
            <a:avLst/>
          </a:prstGeom>
        </p:spPr>
      </p:pic>
      <p:pic>
        <p:nvPicPr>
          <p:cNvPr id="6" name="图片 5">
            <a:extLst>
              <a:ext uri="{FF2B5EF4-FFF2-40B4-BE49-F238E27FC236}">
                <a16:creationId xmlns:a16="http://schemas.microsoft.com/office/drawing/2014/main" id="{BF0BCDF4-7853-4A93-A0C0-6CD7C44BDF0E}"/>
              </a:ext>
            </a:extLst>
          </p:cNvPr>
          <p:cNvPicPr>
            <a:picLocks noChangeAspect="1"/>
          </p:cNvPicPr>
          <p:nvPr/>
        </p:nvPicPr>
        <p:blipFill>
          <a:blip r:embed="rId3"/>
          <a:stretch>
            <a:fillRect/>
          </a:stretch>
        </p:blipFill>
        <p:spPr>
          <a:xfrm>
            <a:off x="1097131" y="1848404"/>
            <a:ext cx="2039106" cy="1480099"/>
          </a:xfrm>
          <a:prstGeom prst="rect">
            <a:avLst/>
          </a:prstGeom>
        </p:spPr>
      </p:pic>
      <p:sp>
        <p:nvSpPr>
          <p:cNvPr id="7" name="文本占位符 2">
            <a:extLst>
              <a:ext uri="{FF2B5EF4-FFF2-40B4-BE49-F238E27FC236}">
                <a16:creationId xmlns:a16="http://schemas.microsoft.com/office/drawing/2014/main" id="{986E2CBE-FA06-44CA-B26E-95C6364D0808}"/>
              </a:ext>
            </a:extLst>
          </p:cNvPr>
          <p:cNvSpPr txBox="1">
            <a:spLocks/>
          </p:cNvSpPr>
          <p:nvPr/>
        </p:nvSpPr>
        <p:spPr>
          <a:xfrm>
            <a:off x="3889264" y="1857273"/>
            <a:ext cx="4237002"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Abadi" panose="020B0604020104020204" pitchFamily="34" charset="0"/>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algn="l"/>
            <a:r>
              <a:rPr lang="en-US" altLang="zh-CN" sz="1400" dirty="0"/>
              <a:t>Rebase on local</a:t>
            </a:r>
            <a:r>
              <a:rPr lang="zh-CN" altLang="en-US" sz="1400" dirty="0"/>
              <a:t>是原来在本地的提交</a:t>
            </a:r>
            <a:endParaRPr lang="en-US" altLang="zh-CN" sz="1400" dirty="0"/>
          </a:p>
          <a:p>
            <a:pPr algn="l"/>
            <a:r>
              <a:rPr lang="en-US" altLang="zh-CN" sz="1400" dirty="0"/>
              <a:t>Update</a:t>
            </a:r>
            <a:r>
              <a:rPr lang="zh-CN" altLang="en-US" sz="1400" dirty="0"/>
              <a:t>（第二条）</a:t>
            </a:r>
            <a:r>
              <a:rPr lang="en-US" altLang="zh-CN" sz="1400" dirty="0"/>
              <a:t> …..</a:t>
            </a:r>
            <a:r>
              <a:rPr lang="zh-CN" altLang="en-US" sz="1400" dirty="0"/>
              <a:t>是在远程的提交</a:t>
            </a:r>
            <a:endParaRPr lang="en-US" altLang="zh-CN" sz="1400" dirty="0"/>
          </a:p>
          <a:p>
            <a:pPr algn="l"/>
            <a:endParaRPr lang="en-US" altLang="zh-CN" sz="1400" dirty="0"/>
          </a:p>
          <a:p>
            <a:pPr algn="l"/>
            <a:r>
              <a:rPr lang="zh-CN" altLang="en-US" sz="1400" dirty="0"/>
              <a:t>可以看见现在远程的提交已经作为本地提交的前置提交状态，最后得到的是</a:t>
            </a:r>
            <a:r>
              <a:rPr lang="en-US" altLang="zh-CN" sz="1400" dirty="0"/>
              <a:t>commit</a:t>
            </a:r>
            <a:r>
              <a:rPr lang="zh-CN" altLang="en-US" sz="1400" dirty="0"/>
              <a:t>记录是一条直线而不是像前面一样的分岔和交叉。</a:t>
            </a:r>
            <a:endParaRPr lang="en-US" altLang="zh-CN" sz="1400" dirty="0"/>
          </a:p>
          <a:p>
            <a:pPr algn="l"/>
            <a:r>
              <a:rPr lang="zh-CN" altLang="en-US" sz="1400" dirty="0"/>
              <a:t>最新的提交记录的更改显示的是从左边红色部分变为右边绿色部分，而左边红色部分恰是我们先前在远程所作的更改，由此可以理解变基的逻辑：将远程已有的提交作为新的基，本地提交将叠加在这个基上面，由此既融合了双方的更改又是</a:t>
            </a:r>
            <a:r>
              <a:rPr lang="en-US" altLang="zh-CN" sz="1400" dirty="0"/>
              <a:t>git log</a:t>
            </a:r>
            <a:r>
              <a:rPr lang="zh-CN" altLang="en-US" sz="1400" dirty="0"/>
              <a:t>只留下一条直线</a:t>
            </a:r>
            <a:endParaRPr lang="zh-CN" altLang="en-US" dirty="0"/>
          </a:p>
        </p:txBody>
      </p:sp>
    </p:spTree>
    <p:extLst>
      <p:ext uri="{BB962C8B-B14F-4D97-AF65-F5344CB8AC3E}">
        <p14:creationId xmlns:p14="http://schemas.microsoft.com/office/powerpoint/2010/main" val="3739513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A9529BF-0209-4ABB-A3C8-5D9E4308D298}"/>
              </a:ext>
            </a:extLst>
          </p:cNvPr>
          <p:cNvSpPr>
            <a:spLocks noGrp="1"/>
          </p:cNvSpPr>
          <p:nvPr>
            <p:ph type="body" idx="1"/>
          </p:nvPr>
        </p:nvSpPr>
        <p:spPr/>
        <p:txBody>
          <a:bodyPr/>
          <a:lstStyle/>
          <a:p>
            <a:pPr algn="l"/>
            <a:r>
              <a:rPr lang="zh-CN" altLang="en-US" dirty="0"/>
              <a:t>在</a:t>
            </a:r>
            <a:r>
              <a:rPr lang="en-US" altLang="zh-CN" dirty="0"/>
              <a:t>merge</a:t>
            </a:r>
            <a:r>
              <a:rPr lang="zh-CN" altLang="en-US" dirty="0"/>
              <a:t>那里我们讲了本地两个分支的融合，也提到</a:t>
            </a:r>
            <a:r>
              <a:rPr lang="en-US" altLang="zh-CN" dirty="0"/>
              <a:t>merge</a:t>
            </a:r>
            <a:r>
              <a:rPr lang="zh-CN" altLang="en-US" dirty="0"/>
              <a:t>会产生分岔和交融，同样的栗子我们也可以使用变基</a:t>
            </a:r>
          </a:p>
        </p:txBody>
      </p:sp>
      <p:sp>
        <p:nvSpPr>
          <p:cNvPr id="4" name="标题 1">
            <a:extLst>
              <a:ext uri="{FF2B5EF4-FFF2-40B4-BE49-F238E27FC236}">
                <a16:creationId xmlns:a16="http://schemas.microsoft.com/office/drawing/2014/main" id="{CAEF87C5-920A-426B-AED5-6DFF046B37DB}"/>
              </a:ext>
            </a:extLst>
          </p:cNvPr>
          <p:cNvSpPr>
            <a:spLocks noGrp="1"/>
          </p:cNvSpPr>
          <p:nvPr>
            <p:ph type="title"/>
          </p:nvPr>
        </p:nvSpPr>
        <p:spPr>
          <a:xfrm>
            <a:off x="714375" y="731838"/>
            <a:ext cx="7715250" cy="685800"/>
          </a:xfrm>
        </p:spPr>
        <p:txBody>
          <a:bodyPr/>
          <a:lstStyle/>
          <a:p>
            <a:r>
              <a:rPr lang="zh-CN" altLang="en-US" sz="2800" dirty="0"/>
              <a:t>让分支美观一点：变基操作</a:t>
            </a:r>
          </a:p>
        </p:txBody>
      </p:sp>
      <p:pic>
        <p:nvPicPr>
          <p:cNvPr id="7" name="图片 6">
            <a:extLst>
              <a:ext uri="{FF2B5EF4-FFF2-40B4-BE49-F238E27FC236}">
                <a16:creationId xmlns:a16="http://schemas.microsoft.com/office/drawing/2014/main" id="{1A2F9EA7-1A00-4EB2-9B27-5A68D383F019}"/>
              </a:ext>
            </a:extLst>
          </p:cNvPr>
          <p:cNvPicPr>
            <a:picLocks noChangeAspect="1"/>
          </p:cNvPicPr>
          <p:nvPr/>
        </p:nvPicPr>
        <p:blipFill>
          <a:blip r:embed="rId2"/>
          <a:stretch>
            <a:fillRect/>
          </a:stretch>
        </p:blipFill>
        <p:spPr>
          <a:xfrm>
            <a:off x="628399" y="2103001"/>
            <a:ext cx="2643440" cy="1426618"/>
          </a:xfrm>
          <a:prstGeom prst="rect">
            <a:avLst/>
          </a:prstGeom>
        </p:spPr>
      </p:pic>
      <p:sp>
        <p:nvSpPr>
          <p:cNvPr id="8" name="文本框 7">
            <a:extLst>
              <a:ext uri="{FF2B5EF4-FFF2-40B4-BE49-F238E27FC236}">
                <a16:creationId xmlns:a16="http://schemas.microsoft.com/office/drawing/2014/main" id="{EFB527D8-E2EC-42AD-9ABC-C714F1292FC3}"/>
              </a:ext>
            </a:extLst>
          </p:cNvPr>
          <p:cNvSpPr txBox="1"/>
          <p:nvPr/>
        </p:nvSpPr>
        <p:spPr>
          <a:xfrm>
            <a:off x="3443286" y="1979175"/>
            <a:ext cx="5124701" cy="523220"/>
          </a:xfrm>
          <a:prstGeom prst="rect">
            <a:avLst/>
          </a:prstGeom>
          <a:noFill/>
        </p:spPr>
        <p:txBody>
          <a:bodyPr wrap="square">
            <a:spAutoFit/>
          </a:bodyPr>
          <a:lstStyle/>
          <a:p>
            <a:r>
              <a:rPr lang="zh-CN" altLang="en-US" dirty="0"/>
              <a:t>在</a:t>
            </a:r>
            <a:r>
              <a:rPr lang="en-US" altLang="zh-CN" dirty="0"/>
              <a:t>git graph</a:t>
            </a:r>
            <a:r>
              <a:rPr lang="zh-CN" altLang="en-US" dirty="0"/>
              <a:t>中，右键</a:t>
            </a:r>
            <a:r>
              <a:rPr lang="en-US" altLang="zh-CN" dirty="0" err="1"/>
              <a:t>new_branch</a:t>
            </a:r>
            <a:r>
              <a:rPr lang="zh-CN" altLang="en-US" dirty="0"/>
              <a:t>分支，选择将</a:t>
            </a:r>
            <a:r>
              <a:rPr lang="en-US" altLang="zh-CN" dirty="0"/>
              <a:t>current branch(</a:t>
            </a:r>
            <a:r>
              <a:rPr lang="zh-CN" altLang="en-US" dirty="0"/>
              <a:t>这里为</a:t>
            </a:r>
            <a:r>
              <a:rPr lang="en-US" altLang="zh-CN" dirty="0"/>
              <a:t>main)</a:t>
            </a:r>
            <a:r>
              <a:rPr lang="zh-CN" altLang="en-US" dirty="0"/>
              <a:t>变基到</a:t>
            </a:r>
            <a:r>
              <a:rPr lang="en-US" altLang="zh-CN" dirty="0" err="1"/>
              <a:t>new_branch</a:t>
            </a:r>
            <a:r>
              <a:rPr lang="zh-CN" altLang="en-US" dirty="0"/>
              <a:t>上，可以得到：</a:t>
            </a:r>
          </a:p>
        </p:txBody>
      </p:sp>
      <p:pic>
        <p:nvPicPr>
          <p:cNvPr id="10" name="图片 9">
            <a:extLst>
              <a:ext uri="{FF2B5EF4-FFF2-40B4-BE49-F238E27FC236}">
                <a16:creationId xmlns:a16="http://schemas.microsoft.com/office/drawing/2014/main" id="{A6E9C6B8-BFC7-4E39-ACA3-BBE36F1BA612}"/>
              </a:ext>
            </a:extLst>
          </p:cNvPr>
          <p:cNvPicPr>
            <a:picLocks noChangeAspect="1"/>
          </p:cNvPicPr>
          <p:nvPr/>
        </p:nvPicPr>
        <p:blipFill>
          <a:blip r:embed="rId3"/>
          <a:stretch>
            <a:fillRect/>
          </a:stretch>
        </p:blipFill>
        <p:spPr>
          <a:xfrm>
            <a:off x="4081254" y="2571750"/>
            <a:ext cx="3286584" cy="952633"/>
          </a:xfrm>
          <a:prstGeom prst="rect">
            <a:avLst/>
          </a:prstGeom>
        </p:spPr>
      </p:pic>
      <p:sp>
        <p:nvSpPr>
          <p:cNvPr id="11" name="文本框 10">
            <a:extLst>
              <a:ext uri="{FF2B5EF4-FFF2-40B4-BE49-F238E27FC236}">
                <a16:creationId xmlns:a16="http://schemas.microsoft.com/office/drawing/2014/main" id="{DFBDE646-D475-4DB0-AE75-DA0A3C27C119}"/>
              </a:ext>
            </a:extLst>
          </p:cNvPr>
          <p:cNvSpPr txBox="1"/>
          <p:nvPr/>
        </p:nvSpPr>
        <p:spPr>
          <a:xfrm>
            <a:off x="880935" y="3814357"/>
            <a:ext cx="6572378" cy="738664"/>
          </a:xfrm>
          <a:prstGeom prst="rect">
            <a:avLst/>
          </a:prstGeom>
          <a:noFill/>
        </p:spPr>
        <p:txBody>
          <a:bodyPr wrap="square">
            <a:spAutoFit/>
          </a:bodyPr>
          <a:lstStyle/>
          <a:p>
            <a:r>
              <a:rPr lang="zh-CN" altLang="en-US" dirty="0"/>
              <a:t>看蓝色线条，可知本地记录已经变为一条直线（红色为远端分支，说明远端的状态与本地的</a:t>
            </a:r>
            <a:r>
              <a:rPr lang="en-US" altLang="zh-CN" dirty="0"/>
              <a:t>main</a:t>
            </a:r>
            <a:r>
              <a:rPr lang="zh-CN" altLang="en-US" dirty="0"/>
              <a:t>分支有不同）</a:t>
            </a:r>
            <a:endParaRPr lang="en-US" altLang="zh-CN" dirty="0"/>
          </a:p>
          <a:p>
            <a:r>
              <a:rPr lang="zh-CN" altLang="en-US" dirty="0"/>
              <a:t>若要将此时的状态推送到远端</a:t>
            </a:r>
            <a:r>
              <a:rPr lang="en-US" altLang="zh-CN" dirty="0"/>
              <a:t>origin/main,</a:t>
            </a:r>
            <a:r>
              <a:rPr lang="zh-CN" altLang="en-US" dirty="0"/>
              <a:t>使用</a:t>
            </a:r>
            <a:r>
              <a:rPr lang="en-US" altLang="zh-CN" dirty="0"/>
              <a:t>git push origin main -f</a:t>
            </a:r>
          </a:p>
        </p:txBody>
      </p:sp>
      <p:pic>
        <p:nvPicPr>
          <p:cNvPr id="13" name="图片 12">
            <a:extLst>
              <a:ext uri="{FF2B5EF4-FFF2-40B4-BE49-F238E27FC236}">
                <a16:creationId xmlns:a16="http://schemas.microsoft.com/office/drawing/2014/main" id="{21BF57C0-57CA-442F-9AB7-F7C1042EB311}"/>
              </a:ext>
            </a:extLst>
          </p:cNvPr>
          <p:cNvPicPr>
            <a:picLocks noChangeAspect="1"/>
          </p:cNvPicPr>
          <p:nvPr/>
        </p:nvPicPr>
        <p:blipFill>
          <a:blip r:embed="rId4"/>
          <a:stretch>
            <a:fillRect/>
          </a:stretch>
        </p:blipFill>
        <p:spPr>
          <a:xfrm>
            <a:off x="6467011" y="4288168"/>
            <a:ext cx="2143589" cy="491367"/>
          </a:xfrm>
          <a:prstGeom prst="rect">
            <a:avLst/>
          </a:prstGeom>
        </p:spPr>
      </p:pic>
    </p:spTree>
    <p:extLst>
      <p:ext uri="{BB962C8B-B14F-4D97-AF65-F5344CB8AC3E}">
        <p14:creationId xmlns:p14="http://schemas.microsoft.com/office/powerpoint/2010/main" val="1962715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FFC6ACE-A4B7-4850-9362-749DF721911A}"/>
              </a:ext>
            </a:extLst>
          </p:cNvPr>
          <p:cNvSpPr>
            <a:spLocks noGrp="1"/>
          </p:cNvSpPr>
          <p:nvPr>
            <p:ph type="body" idx="1"/>
          </p:nvPr>
        </p:nvSpPr>
        <p:spPr/>
        <p:txBody>
          <a:bodyPr/>
          <a:lstStyle/>
          <a:p>
            <a:pPr algn="l"/>
            <a:r>
              <a:rPr lang="zh-CN" altLang="en-US" dirty="0"/>
              <a:t>变基也可以用本地分支与分支之间的合并，用来简化分支关系</a:t>
            </a:r>
            <a:endParaRPr lang="en-US" altLang="zh-CN" dirty="0"/>
          </a:p>
          <a:p>
            <a:pPr algn="l"/>
            <a:r>
              <a:rPr lang="zh-CN" altLang="en-US" dirty="0"/>
              <a:t>注意：在</a:t>
            </a:r>
            <a:r>
              <a:rPr lang="en-US" altLang="zh-CN" dirty="0"/>
              <a:t>pull</a:t>
            </a:r>
            <a:r>
              <a:rPr lang="zh-CN" altLang="en-US" dirty="0"/>
              <a:t>的时候可以用</a:t>
            </a:r>
            <a:r>
              <a:rPr lang="en-US" altLang="zh-CN" dirty="0"/>
              <a:t>rebase</a:t>
            </a:r>
            <a:r>
              <a:rPr lang="zh-CN" altLang="en-US" dirty="0"/>
              <a:t>，但是往公共分支上合并代码的时候不要用</a:t>
            </a:r>
            <a:r>
              <a:rPr lang="en-US" altLang="zh-CN" dirty="0"/>
              <a:t>rebase</a:t>
            </a:r>
            <a:r>
              <a:rPr lang="zh-CN" altLang="en-US" dirty="0"/>
              <a:t>，而要用</a:t>
            </a:r>
            <a:r>
              <a:rPr lang="en-US" altLang="zh-CN" dirty="0"/>
              <a:t>merge</a:t>
            </a:r>
          </a:p>
          <a:p>
            <a:pPr algn="l"/>
            <a:endParaRPr lang="zh-CN" altLang="en-US" dirty="0"/>
          </a:p>
        </p:txBody>
      </p:sp>
      <p:sp>
        <p:nvSpPr>
          <p:cNvPr id="4" name="标题 1">
            <a:extLst>
              <a:ext uri="{FF2B5EF4-FFF2-40B4-BE49-F238E27FC236}">
                <a16:creationId xmlns:a16="http://schemas.microsoft.com/office/drawing/2014/main" id="{BFEB5F18-A8BC-4B62-AFD7-E5FAAC76FCB9}"/>
              </a:ext>
            </a:extLst>
          </p:cNvPr>
          <p:cNvSpPr>
            <a:spLocks noGrp="1"/>
          </p:cNvSpPr>
          <p:nvPr>
            <p:ph type="title"/>
          </p:nvPr>
        </p:nvSpPr>
        <p:spPr>
          <a:xfrm>
            <a:off x="714375" y="731838"/>
            <a:ext cx="7715250" cy="685800"/>
          </a:xfrm>
        </p:spPr>
        <p:txBody>
          <a:bodyPr/>
          <a:lstStyle/>
          <a:p>
            <a:r>
              <a:rPr lang="zh-CN" altLang="en-US" sz="2800" dirty="0"/>
              <a:t>让分支美观一点：变基操作</a:t>
            </a:r>
          </a:p>
        </p:txBody>
      </p:sp>
      <p:pic>
        <p:nvPicPr>
          <p:cNvPr id="6" name="图片 5">
            <a:extLst>
              <a:ext uri="{FF2B5EF4-FFF2-40B4-BE49-F238E27FC236}">
                <a16:creationId xmlns:a16="http://schemas.microsoft.com/office/drawing/2014/main" id="{78CC2475-174C-4C05-8F92-B4C752926B58}"/>
              </a:ext>
            </a:extLst>
          </p:cNvPr>
          <p:cNvPicPr>
            <a:picLocks noChangeAspect="1"/>
          </p:cNvPicPr>
          <p:nvPr/>
        </p:nvPicPr>
        <p:blipFill>
          <a:blip r:embed="rId2"/>
          <a:stretch>
            <a:fillRect/>
          </a:stretch>
        </p:blipFill>
        <p:spPr>
          <a:xfrm>
            <a:off x="895349" y="2103000"/>
            <a:ext cx="7170637" cy="2275641"/>
          </a:xfrm>
          <a:prstGeom prst="rect">
            <a:avLst/>
          </a:prstGeom>
        </p:spPr>
      </p:pic>
    </p:spTree>
    <p:extLst>
      <p:ext uri="{BB962C8B-B14F-4D97-AF65-F5344CB8AC3E}">
        <p14:creationId xmlns:p14="http://schemas.microsoft.com/office/powerpoint/2010/main" val="18302312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258F1-87DA-4D56-B928-D60A8F3A2BCC}"/>
              </a:ext>
            </a:extLst>
          </p:cNvPr>
          <p:cNvSpPr>
            <a:spLocks noGrp="1"/>
          </p:cNvSpPr>
          <p:nvPr>
            <p:ph type="title"/>
          </p:nvPr>
        </p:nvSpPr>
        <p:spPr/>
        <p:txBody>
          <a:bodyPr/>
          <a:lstStyle/>
          <a:p>
            <a:r>
              <a:rPr lang="en-US" altLang="zh-CN" dirty="0"/>
              <a:t>Git</a:t>
            </a:r>
            <a:r>
              <a:rPr lang="zh-CN" altLang="en-US" dirty="0"/>
              <a:t>仓库中的</a:t>
            </a:r>
            <a:r>
              <a:rPr lang="en-US" altLang="zh-CN" dirty="0"/>
              <a:t>git</a:t>
            </a:r>
            <a:r>
              <a:rPr lang="zh-CN" altLang="en-US" dirty="0"/>
              <a:t>仓库：子仓库</a:t>
            </a:r>
          </a:p>
        </p:txBody>
      </p:sp>
      <p:sp>
        <p:nvSpPr>
          <p:cNvPr id="3" name="文本占位符 2">
            <a:extLst>
              <a:ext uri="{FF2B5EF4-FFF2-40B4-BE49-F238E27FC236}">
                <a16:creationId xmlns:a16="http://schemas.microsoft.com/office/drawing/2014/main" id="{0F01C6BC-4F1B-47D8-84F7-A8D399E1451A}"/>
              </a:ext>
            </a:extLst>
          </p:cNvPr>
          <p:cNvSpPr>
            <a:spLocks noGrp="1"/>
          </p:cNvSpPr>
          <p:nvPr>
            <p:ph type="body" idx="1"/>
          </p:nvPr>
        </p:nvSpPr>
        <p:spPr/>
        <p:txBody>
          <a:bodyPr/>
          <a:lstStyle/>
          <a:p>
            <a:pPr algn="l"/>
            <a:r>
              <a:rPr lang="zh-CN" altLang="en-US" dirty="0"/>
              <a:t>如果你的仓库中的某个子文件夹又含有一个</a:t>
            </a:r>
            <a:r>
              <a:rPr lang="en-US" altLang="zh-CN" dirty="0"/>
              <a:t>.git</a:t>
            </a:r>
            <a:r>
              <a:rPr lang="zh-CN" altLang="en-US" dirty="0"/>
              <a:t>仓库，此时要直接</a:t>
            </a:r>
            <a:r>
              <a:rPr lang="en-US" altLang="zh-CN" dirty="0"/>
              <a:t>add</a:t>
            </a:r>
            <a:r>
              <a:rPr lang="zh-CN" altLang="en-US" dirty="0"/>
              <a:t>是会报错的</a:t>
            </a:r>
          </a:p>
        </p:txBody>
      </p:sp>
      <p:pic>
        <p:nvPicPr>
          <p:cNvPr id="5" name="图片 4">
            <a:extLst>
              <a:ext uri="{FF2B5EF4-FFF2-40B4-BE49-F238E27FC236}">
                <a16:creationId xmlns:a16="http://schemas.microsoft.com/office/drawing/2014/main" id="{D0AD2306-6768-4EF5-9255-5CD7E08EF2B6}"/>
              </a:ext>
            </a:extLst>
          </p:cNvPr>
          <p:cNvPicPr>
            <a:picLocks noChangeAspect="1"/>
          </p:cNvPicPr>
          <p:nvPr/>
        </p:nvPicPr>
        <p:blipFill>
          <a:blip r:embed="rId2"/>
          <a:stretch>
            <a:fillRect/>
          </a:stretch>
        </p:blipFill>
        <p:spPr>
          <a:xfrm>
            <a:off x="894854" y="1880893"/>
            <a:ext cx="2724647" cy="1057761"/>
          </a:xfrm>
          <a:prstGeom prst="rect">
            <a:avLst/>
          </a:prstGeom>
        </p:spPr>
      </p:pic>
      <p:sp>
        <p:nvSpPr>
          <p:cNvPr id="7" name="文本框 6">
            <a:extLst>
              <a:ext uri="{FF2B5EF4-FFF2-40B4-BE49-F238E27FC236}">
                <a16:creationId xmlns:a16="http://schemas.microsoft.com/office/drawing/2014/main" id="{BC24F49F-6EB7-4657-8D3D-CE58FDB5EB18}"/>
              </a:ext>
            </a:extLst>
          </p:cNvPr>
          <p:cNvSpPr txBox="1"/>
          <p:nvPr/>
        </p:nvSpPr>
        <p:spPr>
          <a:xfrm>
            <a:off x="894854" y="3206712"/>
            <a:ext cx="7672884" cy="738664"/>
          </a:xfrm>
          <a:prstGeom prst="rect">
            <a:avLst/>
          </a:prstGeom>
          <a:noFill/>
        </p:spPr>
        <p:txBody>
          <a:bodyPr wrap="square">
            <a:spAutoFit/>
          </a:bodyPr>
          <a:lstStyle/>
          <a:p>
            <a:r>
              <a:rPr lang="en-US" altLang="zh-CN" dirty="0"/>
              <a:t>git submodule add &lt;repo-</a:t>
            </a:r>
            <a:r>
              <a:rPr lang="en-US" altLang="zh-CN" dirty="0" err="1"/>
              <a:t>url</a:t>
            </a:r>
            <a:r>
              <a:rPr lang="en-US" altLang="zh-CN" dirty="0"/>
              <a:t>&gt; [&lt;path&gt;]	repo-</a:t>
            </a:r>
            <a:r>
              <a:rPr lang="en-US" altLang="zh-CN" dirty="0" err="1"/>
              <a:t>url</a:t>
            </a:r>
            <a:r>
              <a:rPr lang="zh-CN" altLang="en-US" dirty="0"/>
              <a:t>是远程仓库地址，</a:t>
            </a:r>
            <a:r>
              <a:rPr lang="en-US" altLang="zh-CN" dirty="0"/>
              <a:t>path</a:t>
            </a:r>
            <a:r>
              <a:rPr lang="zh-CN" altLang="en-US" dirty="0"/>
              <a:t>是本地文件路径</a:t>
            </a:r>
            <a:endParaRPr lang="en-US" altLang="zh-CN" dirty="0"/>
          </a:p>
          <a:p>
            <a:endParaRPr lang="en-US" altLang="zh-CN" dirty="0"/>
          </a:p>
          <a:p>
            <a:r>
              <a:rPr lang="zh-CN" altLang="en-US" dirty="0">
                <a:hlinkClick r:id="rId3"/>
              </a:rPr>
              <a:t>一文带你彻底搞懂 </a:t>
            </a:r>
            <a:r>
              <a:rPr lang="en-US" altLang="zh-CN" dirty="0">
                <a:hlinkClick r:id="rId3"/>
              </a:rPr>
              <a:t>git submodule </a:t>
            </a:r>
            <a:r>
              <a:rPr lang="zh-CN" altLang="en-US" dirty="0">
                <a:hlinkClick r:id="rId3"/>
              </a:rPr>
              <a:t>原理和用法 </a:t>
            </a:r>
            <a:r>
              <a:rPr lang="en-US" altLang="zh-CN" dirty="0">
                <a:hlinkClick r:id="rId3"/>
              </a:rPr>
              <a:t>- </a:t>
            </a:r>
            <a:r>
              <a:rPr lang="zh-CN" altLang="en-US" dirty="0">
                <a:hlinkClick r:id="rId3"/>
              </a:rPr>
              <a:t>知乎</a:t>
            </a:r>
            <a:endParaRPr lang="zh-CN" altLang="en-US" dirty="0"/>
          </a:p>
        </p:txBody>
      </p:sp>
    </p:spTree>
    <p:extLst>
      <p:ext uri="{BB962C8B-B14F-4D97-AF65-F5344CB8AC3E}">
        <p14:creationId xmlns:p14="http://schemas.microsoft.com/office/powerpoint/2010/main" val="1999380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ACF2F5-26F3-4D4F-81B0-4BE2A6457F8A}"/>
              </a:ext>
            </a:extLst>
          </p:cNvPr>
          <p:cNvSpPr>
            <a:spLocks noGrp="1"/>
          </p:cNvSpPr>
          <p:nvPr>
            <p:ph type="title"/>
          </p:nvPr>
        </p:nvSpPr>
        <p:spPr/>
        <p:txBody>
          <a:bodyPr/>
          <a:lstStyle/>
          <a:p>
            <a:r>
              <a:rPr lang="en-US" altLang="zh-CN" dirty="0"/>
              <a:t>Git</a:t>
            </a:r>
            <a:r>
              <a:rPr lang="zh-CN" altLang="en-US" dirty="0"/>
              <a:t>提交的标记：</a:t>
            </a:r>
            <a:r>
              <a:rPr lang="en-US" altLang="zh-CN" dirty="0"/>
              <a:t>tag</a:t>
            </a:r>
            <a:endParaRPr lang="zh-CN" altLang="en-US" dirty="0"/>
          </a:p>
        </p:txBody>
      </p:sp>
      <p:sp>
        <p:nvSpPr>
          <p:cNvPr id="3" name="文本占位符 2">
            <a:extLst>
              <a:ext uri="{FF2B5EF4-FFF2-40B4-BE49-F238E27FC236}">
                <a16:creationId xmlns:a16="http://schemas.microsoft.com/office/drawing/2014/main" id="{00D58FC7-02E1-4C5F-869D-0D05DA6F0BA6}"/>
              </a:ext>
            </a:extLst>
          </p:cNvPr>
          <p:cNvSpPr>
            <a:spLocks noGrp="1"/>
          </p:cNvSpPr>
          <p:nvPr>
            <p:ph type="body" idx="1"/>
          </p:nvPr>
        </p:nvSpPr>
        <p:spPr/>
        <p:txBody>
          <a:bodyPr/>
          <a:lstStyle/>
          <a:p>
            <a:pPr algn="l"/>
            <a:r>
              <a:rPr lang="en-US" altLang="zh-CN" dirty="0">
                <a:hlinkClick r:id="rId2"/>
              </a:rPr>
              <a:t>Git</a:t>
            </a:r>
            <a:r>
              <a:rPr lang="zh-CN" altLang="en-US" dirty="0">
                <a:hlinkClick r:id="rId2"/>
              </a:rPr>
              <a:t>基础 </a:t>
            </a:r>
            <a:r>
              <a:rPr lang="en-US" altLang="zh-CN" dirty="0">
                <a:hlinkClick r:id="rId2"/>
              </a:rPr>
              <a:t>- git tag </a:t>
            </a:r>
            <a:r>
              <a:rPr lang="zh-CN" altLang="en-US" dirty="0">
                <a:hlinkClick r:id="rId2"/>
              </a:rPr>
              <a:t>一文真正的搞懂</a:t>
            </a:r>
            <a:r>
              <a:rPr lang="en-US" altLang="zh-CN" dirty="0">
                <a:hlinkClick r:id="rId2"/>
              </a:rPr>
              <a:t>git</a:t>
            </a:r>
            <a:r>
              <a:rPr lang="zh-CN" altLang="en-US" dirty="0">
                <a:hlinkClick r:id="rId2"/>
              </a:rPr>
              <a:t>标签的使用</a:t>
            </a:r>
            <a:r>
              <a:rPr lang="en-US" altLang="zh-CN" dirty="0">
                <a:hlinkClick r:id="rId2"/>
              </a:rPr>
              <a:t>-CSDN</a:t>
            </a:r>
            <a:r>
              <a:rPr lang="zh-CN" altLang="en-US" dirty="0">
                <a:hlinkClick r:id="rId2"/>
              </a:rPr>
              <a:t>博客</a:t>
            </a:r>
            <a:endParaRPr lang="en-US" altLang="zh-CN" dirty="0"/>
          </a:p>
          <a:p>
            <a:pPr algn="l"/>
            <a:endParaRPr lang="en-US" altLang="zh-CN" dirty="0"/>
          </a:p>
          <a:p>
            <a:pPr algn="l"/>
            <a:r>
              <a:rPr lang="zh-CN" altLang="en-US" dirty="0"/>
              <a:t>在一个项目中为了保证记录每一个功能的修改你会进行很多次提交，但其中可能只有某几次提交是具有划版本的重要意义的，这时你可以使用</a:t>
            </a:r>
            <a:r>
              <a:rPr lang="en-US" altLang="zh-CN" dirty="0"/>
              <a:t>git tag _</a:t>
            </a:r>
            <a:r>
              <a:rPr lang="zh-CN" altLang="en-US" dirty="0"/>
              <a:t>标签名</a:t>
            </a:r>
            <a:r>
              <a:rPr lang="en-US" altLang="zh-CN" dirty="0"/>
              <a:t>_ _</a:t>
            </a:r>
            <a:r>
              <a:rPr lang="zh-CN" altLang="en-US" dirty="0"/>
              <a:t>提交版本号</a:t>
            </a:r>
            <a:r>
              <a:rPr lang="en-US" altLang="zh-CN" dirty="0"/>
              <a:t>_ </a:t>
            </a:r>
            <a:r>
              <a:rPr lang="zh-CN" altLang="en-US" dirty="0"/>
              <a:t>来为某一次提交做标签，如</a:t>
            </a:r>
            <a:r>
              <a:rPr lang="en-US" altLang="zh-CN" dirty="0"/>
              <a:t>git tag v1.0 c23ad3</a:t>
            </a:r>
            <a:r>
              <a:rPr lang="zh-CN" altLang="en-US" dirty="0"/>
              <a:t>等等。</a:t>
            </a:r>
            <a:endParaRPr lang="en-US" altLang="zh-CN" dirty="0"/>
          </a:p>
          <a:p>
            <a:pPr algn="l"/>
            <a:endParaRPr lang="en-US" altLang="zh-CN" dirty="0"/>
          </a:p>
          <a:p>
            <a:pPr algn="l"/>
            <a:r>
              <a:rPr lang="zh-CN" altLang="en-US" dirty="0"/>
              <a:t>推送标签时使用 </a:t>
            </a:r>
            <a:r>
              <a:rPr lang="en-US" altLang="zh-CN" dirty="0"/>
              <a:t>git push origin --tags </a:t>
            </a:r>
            <a:endParaRPr lang="zh-CN" altLang="en-US" dirty="0"/>
          </a:p>
        </p:txBody>
      </p:sp>
    </p:spTree>
    <p:extLst>
      <p:ext uri="{BB962C8B-B14F-4D97-AF65-F5344CB8AC3E}">
        <p14:creationId xmlns:p14="http://schemas.microsoft.com/office/powerpoint/2010/main" val="3577597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45"/>
          <p:cNvSpPr txBox="1">
            <a:spLocks noGrp="1"/>
          </p:cNvSpPr>
          <p:nvPr>
            <p:ph type="title"/>
          </p:nvPr>
        </p:nvSpPr>
        <p:spPr>
          <a:xfrm>
            <a:off x="1828800" y="1307100"/>
            <a:ext cx="5486400" cy="274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一些说明</a:t>
            </a:r>
            <a:endParaRPr lang="en-GB" dirty="0"/>
          </a:p>
        </p:txBody>
      </p:sp>
      <p:grpSp>
        <p:nvGrpSpPr>
          <p:cNvPr id="984" name="Google Shape;984;p45"/>
          <p:cNvGrpSpPr/>
          <p:nvPr/>
        </p:nvGrpSpPr>
        <p:grpSpPr>
          <a:xfrm>
            <a:off x="463700" y="3419112"/>
            <a:ext cx="502800" cy="502800"/>
            <a:chOff x="7014301" y="2017350"/>
            <a:chExt cx="502800" cy="502800"/>
          </a:xfrm>
        </p:grpSpPr>
        <p:sp>
          <p:nvSpPr>
            <p:cNvPr id="985" name="Google Shape;985;p45"/>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986" name="Google Shape;986;p45"/>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987" name="Google Shape;987;p45"/>
          <p:cNvGrpSpPr/>
          <p:nvPr/>
        </p:nvGrpSpPr>
        <p:grpSpPr>
          <a:xfrm>
            <a:off x="274188" y="891658"/>
            <a:ext cx="1827475" cy="1051350"/>
            <a:chOff x="136938" y="1799258"/>
            <a:chExt cx="1827475" cy="1051350"/>
          </a:xfrm>
        </p:grpSpPr>
        <p:grpSp>
          <p:nvGrpSpPr>
            <p:cNvPr id="988" name="Google Shape;988;p45"/>
            <p:cNvGrpSpPr/>
            <p:nvPr/>
          </p:nvGrpSpPr>
          <p:grpSpPr>
            <a:xfrm>
              <a:off x="136938" y="1799258"/>
              <a:ext cx="1827475" cy="1051350"/>
              <a:chOff x="274188" y="1278048"/>
              <a:chExt cx="1827475" cy="1051350"/>
            </a:xfrm>
          </p:grpSpPr>
          <p:sp>
            <p:nvSpPr>
              <p:cNvPr id="989" name="Google Shape;989;p45"/>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990" name="Google Shape;990;p45"/>
              <p:cNvGrpSpPr/>
              <p:nvPr/>
            </p:nvGrpSpPr>
            <p:grpSpPr>
              <a:xfrm>
                <a:off x="274188" y="1278048"/>
                <a:ext cx="1737300" cy="960000"/>
                <a:chOff x="7146475" y="2190661"/>
                <a:chExt cx="1737300" cy="960000"/>
              </a:xfrm>
            </p:grpSpPr>
            <p:sp>
              <p:nvSpPr>
                <p:cNvPr id="991" name="Google Shape;991;p45"/>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992" name="Google Shape;992;p45"/>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993" name="Google Shape;993;p45"/>
            <p:cNvGrpSpPr/>
            <p:nvPr/>
          </p:nvGrpSpPr>
          <p:grpSpPr>
            <a:xfrm>
              <a:off x="516820" y="2120752"/>
              <a:ext cx="984259" cy="497716"/>
              <a:chOff x="516820" y="2059368"/>
              <a:chExt cx="984259" cy="497716"/>
            </a:xfrm>
          </p:grpSpPr>
          <p:sp>
            <p:nvSpPr>
              <p:cNvPr id="994" name="Google Shape;994;p45"/>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995" name="Google Shape;995;p45"/>
              <p:cNvGrpSpPr/>
              <p:nvPr/>
            </p:nvGrpSpPr>
            <p:grpSpPr>
              <a:xfrm>
                <a:off x="704319" y="2347322"/>
                <a:ext cx="609261" cy="209762"/>
                <a:chOff x="704319" y="2343647"/>
                <a:chExt cx="609261" cy="209762"/>
              </a:xfrm>
            </p:grpSpPr>
            <p:sp>
              <p:nvSpPr>
                <p:cNvPr id="996" name="Google Shape;996;p45"/>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997" name="Google Shape;997;p45"/>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
            <p:nvSpPr>
              <p:cNvPr id="998" name="Google Shape;998;p45"/>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sp>
        <p:nvSpPr>
          <p:cNvPr id="999" name="Google Shape;999;p45"/>
          <p:cNvSpPr/>
          <p:nvPr/>
        </p:nvSpPr>
        <p:spPr>
          <a:xfrm>
            <a:off x="1646925" y="396670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0" name="Google Shape;1000;p45"/>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1" name="Google Shape;1001;p45"/>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002" name="Google Shape;1002;p45"/>
          <p:cNvGrpSpPr/>
          <p:nvPr/>
        </p:nvGrpSpPr>
        <p:grpSpPr>
          <a:xfrm>
            <a:off x="463651" y="4104919"/>
            <a:ext cx="502899" cy="502899"/>
            <a:chOff x="858700" y="1967475"/>
            <a:chExt cx="605100" cy="605100"/>
          </a:xfrm>
        </p:grpSpPr>
        <p:sp>
          <p:nvSpPr>
            <p:cNvPr id="1003" name="Google Shape;1003;p45"/>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4" name="Google Shape;1004;p45"/>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1005" name="Google Shape;1005;p45"/>
          <p:cNvGrpSpPr/>
          <p:nvPr/>
        </p:nvGrpSpPr>
        <p:grpSpPr>
          <a:xfrm>
            <a:off x="404600" y="2673613"/>
            <a:ext cx="621000" cy="621000"/>
            <a:chOff x="416300" y="4058211"/>
            <a:chExt cx="621000" cy="621000"/>
          </a:xfrm>
        </p:grpSpPr>
        <p:sp>
          <p:nvSpPr>
            <p:cNvPr id="1006" name="Google Shape;1006;p45"/>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007" name="Google Shape;1007;p45"/>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Tree>
    <p:extLst>
      <p:ext uri="{BB962C8B-B14F-4D97-AF65-F5344CB8AC3E}">
        <p14:creationId xmlns:p14="http://schemas.microsoft.com/office/powerpoint/2010/main" val="1921205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51"/>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zh-CN" altLang="en-US" dirty="0"/>
              <a:t>食用指北</a:t>
            </a:r>
            <a:endParaRPr lang="en-GB" dirty="0"/>
          </a:p>
        </p:txBody>
      </p:sp>
      <p:sp>
        <p:nvSpPr>
          <p:cNvPr id="1210" name="Google Shape;1210;p51"/>
          <p:cNvSpPr txBox="1">
            <a:spLocks noGrp="1"/>
          </p:cNvSpPr>
          <p:nvPr>
            <p:ph type="body" idx="1"/>
          </p:nvPr>
        </p:nvSpPr>
        <p:spPr>
          <a:xfrm>
            <a:off x="715039" y="1730957"/>
            <a:ext cx="77139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zh-CN" sz="1400" dirty="0"/>
              <a:t>1.</a:t>
            </a:r>
            <a:r>
              <a:rPr lang="zh-CN" altLang="en-US" sz="1400" dirty="0"/>
              <a:t>上面所列出的命令远不是</a:t>
            </a:r>
            <a:r>
              <a:rPr lang="en-US" altLang="zh-CN" sz="1400" dirty="0"/>
              <a:t>git</a:t>
            </a:r>
            <a:r>
              <a:rPr lang="zh-CN" altLang="en-US" sz="1400" dirty="0"/>
              <a:t>的全部内容，鼓励大家继续去探索</a:t>
            </a:r>
            <a:endParaRPr lang="en-US" altLang="zh-CN" sz="1400" dirty="0"/>
          </a:p>
          <a:p>
            <a:pPr marL="0" lvl="0" indent="0" algn="ctr" rtl="0">
              <a:spcBef>
                <a:spcPts val="0"/>
              </a:spcBef>
              <a:spcAft>
                <a:spcPts val="0"/>
              </a:spcAft>
              <a:buNone/>
            </a:pPr>
            <a:endParaRPr lang="en-GB" sz="1400" dirty="0"/>
          </a:p>
          <a:p>
            <a:pPr marL="0" lvl="0" indent="0" algn="ctr" rtl="0">
              <a:spcBef>
                <a:spcPts val="0"/>
              </a:spcBef>
              <a:spcAft>
                <a:spcPts val="0"/>
              </a:spcAft>
              <a:buNone/>
            </a:pPr>
            <a:r>
              <a:rPr lang="en-US" altLang="zh-CN" sz="1400" dirty="0"/>
              <a:t>2.</a:t>
            </a:r>
            <a:r>
              <a:rPr lang="zh-CN" altLang="en-US" sz="1400" dirty="0"/>
              <a:t>但是如果只是日常使用的话  核心命令部分基本够用  剩下的可以等需要用了再去学</a:t>
            </a:r>
            <a:endParaRPr lang="en-US" altLang="zh-CN" sz="1400" dirty="0"/>
          </a:p>
          <a:p>
            <a:pPr marL="0" lvl="0" indent="0" algn="ctr" rtl="0">
              <a:spcBef>
                <a:spcPts val="0"/>
              </a:spcBef>
              <a:spcAft>
                <a:spcPts val="0"/>
              </a:spcAft>
              <a:buNone/>
            </a:pPr>
            <a:endParaRPr lang="en-US" sz="1400" dirty="0"/>
          </a:p>
          <a:p>
            <a:pPr marL="0" lvl="0" indent="0" algn="ctr" rtl="0">
              <a:spcBef>
                <a:spcPts val="0"/>
              </a:spcBef>
              <a:spcAft>
                <a:spcPts val="0"/>
              </a:spcAft>
              <a:buNone/>
            </a:pPr>
            <a:r>
              <a:rPr lang="en-US" altLang="zh-CN" sz="1400" dirty="0"/>
              <a:t>3.</a:t>
            </a:r>
            <a:r>
              <a:rPr lang="zh-CN" altLang="en-US" sz="1400" dirty="0"/>
              <a:t>上面所涉及的命令基本都包括了</a:t>
            </a:r>
            <a:r>
              <a:rPr lang="en-US" altLang="zh-CN" sz="1400" dirty="0" err="1"/>
              <a:t>vscode</a:t>
            </a:r>
            <a:r>
              <a:rPr lang="zh-CN" altLang="en-US" sz="1400" dirty="0"/>
              <a:t>中的操作和命令行两种方式，大家可以选用自己喜欢的方式，</a:t>
            </a:r>
            <a:r>
              <a:rPr lang="en-US" altLang="zh-CN" sz="1400" dirty="0" err="1"/>
              <a:t>vscode</a:t>
            </a:r>
            <a:r>
              <a:rPr lang="zh-CN" altLang="en-US" sz="1400" dirty="0"/>
              <a:t>是可视化的，好上手，但是对有些操作来说命令行可以更灵活。</a:t>
            </a:r>
            <a:endParaRPr lang="en-US" altLang="zh-CN" sz="1400" dirty="0"/>
          </a:p>
          <a:p>
            <a:pPr marL="0" lvl="0" indent="0" algn="ctr" rtl="0">
              <a:spcBef>
                <a:spcPts val="0"/>
              </a:spcBef>
              <a:spcAft>
                <a:spcPts val="0"/>
              </a:spcAft>
              <a:buNone/>
            </a:pPr>
            <a:endParaRPr lang="en-US" sz="1400" dirty="0"/>
          </a:p>
          <a:p>
            <a:pPr marL="0" lvl="0" indent="0" algn="ctr" rtl="0">
              <a:spcBef>
                <a:spcPts val="0"/>
              </a:spcBef>
              <a:spcAft>
                <a:spcPts val="0"/>
              </a:spcAft>
              <a:buNone/>
            </a:pPr>
            <a:r>
              <a:rPr lang="en-US" sz="1400" dirty="0"/>
              <a:t>4.</a:t>
            </a:r>
            <a:r>
              <a:rPr lang="zh-CN" altLang="en-US" sz="1400" dirty="0"/>
              <a:t>最后再推荐一下这几个好用的插件</a:t>
            </a:r>
            <a:r>
              <a:rPr lang="en-US" altLang="zh-CN" sz="1400" dirty="0"/>
              <a:t>,</a:t>
            </a:r>
            <a:r>
              <a:rPr lang="zh-CN" altLang="en-US" sz="1400" dirty="0"/>
              <a:t>具体用法可以上网细查</a:t>
            </a:r>
            <a:endParaRPr lang="en-US" altLang="zh-CN" sz="1400" dirty="0"/>
          </a:p>
          <a:p>
            <a:pPr marL="0" lvl="0" indent="0" algn="ctr" rtl="0">
              <a:spcBef>
                <a:spcPts val="0"/>
              </a:spcBef>
              <a:spcAft>
                <a:spcPts val="0"/>
              </a:spcAft>
              <a:buNone/>
            </a:pPr>
            <a:endParaRPr lang="en-US" sz="1400" dirty="0"/>
          </a:p>
        </p:txBody>
      </p:sp>
      <p:sp>
        <p:nvSpPr>
          <p:cNvPr id="1211" name="Google Shape;1211;p51"/>
          <p:cNvSpPr/>
          <p:nvPr/>
        </p:nvSpPr>
        <p:spPr>
          <a:xfrm rot="-2700000">
            <a:off x="6667953" y="3605009"/>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212" name="Google Shape;1212;p51"/>
          <p:cNvGrpSpPr/>
          <p:nvPr/>
        </p:nvGrpSpPr>
        <p:grpSpPr>
          <a:xfrm>
            <a:off x="463651" y="1220603"/>
            <a:ext cx="502899" cy="502899"/>
            <a:chOff x="858700" y="1967475"/>
            <a:chExt cx="605100" cy="605100"/>
          </a:xfrm>
        </p:grpSpPr>
        <p:sp>
          <p:nvSpPr>
            <p:cNvPr id="1213" name="Google Shape;1213;p51"/>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14" name="Google Shape;1214;p51"/>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1215" name="Google Shape;1215;p51"/>
          <p:cNvGrpSpPr/>
          <p:nvPr/>
        </p:nvGrpSpPr>
        <p:grpSpPr>
          <a:xfrm>
            <a:off x="463651" y="1906497"/>
            <a:ext cx="502800" cy="502800"/>
            <a:chOff x="7014301" y="2017350"/>
            <a:chExt cx="502800" cy="502800"/>
          </a:xfrm>
        </p:grpSpPr>
        <p:sp>
          <p:nvSpPr>
            <p:cNvPr id="1216" name="Google Shape;1216;p51"/>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17" name="Google Shape;1217;p51"/>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1218" name="Google Shape;1218;p51"/>
          <p:cNvGrpSpPr/>
          <p:nvPr/>
        </p:nvGrpSpPr>
        <p:grpSpPr>
          <a:xfrm>
            <a:off x="463651" y="445094"/>
            <a:ext cx="629846" cy="592514"/>
            <a:chOff x="463701" y="2217961"/>
            <a:chExt cx="629846" cy="592514"/>
          </a:xfrm>
        </p:grpSpPr>
        <p:sp>
          <p:nvSpPr>
            <p:cNvPr id="1219" name="Google Shape;1219;p51"/>
            <p:cNvSpPr/>
            <p:nvPr/>
          </p:nvSpPr>
          <p:spPr>
            <a:xfrm>
              <a:off x="463701" y="2307675"/>
              <a:ext cx="502800" cy="502800"/>
            </a:xfrm>
            <a:prstGeom prst="roundRect">
              <a:avLst>
                <a:gd name="adj" fmla="val 1510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20" name="Google Shape;1220;p51"/>
            <p:cNvSpPr/>
            <p:nvPr/>
          </p:nvSpPr>
          <p:spPr>
            <a:xfrm>
              <a:off x="545925" y="2446300"/>
              <a:ext cx="338328" cy="225549"/>
            </a:xfrm>
            <a:custGeom>
              <a:avLst/>
              <a:gdLst/>
              <a:ahLst/>
              <a:cxnLst/>
              <a:rect l="l" t="t" r="r" b="b"/>
              <a:pathLst>
                <a:path w="8708" h="5806" extrusionOk="0">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21" name="Google Shape;1221;p51"/>
            <p:cNvSpPr/>
            <p:nvPr/>
          </p:nvSpPr>
          <p:spPr>
            <a:xfrm>
              <a:off x="555887" y="2446307"/>
              <a:ext cx="318435" cy="106170"/>
            </a:xfrm>
            <a:custGeom>
              <a:avLst/>
              <a:gdLst/>
              <a:ahLst/>
              <a:cxnLst/>
              <a:rect l="l" t="t" r="r" b="b"/>
              <a:pathLst>
                <a:path w="8196" h="2733" extrusionOk="0">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1222" name="Google Shape;1222;p51"/>
            <p:cNvGrpSpPr/>
            <p:nvPr/>
          </p:nvGrpSpPr>
          <p:grpSpPr>
            <a:xfrm>
              <a:off x="773496" y="2217961"/>
              <a:ext cx="320051" cy="298703"/>
              <a:chOff x="1023863" y="2896525"/>
              <a:chExt cx="240875" cy="219425"/>
            </a:xfrm>
          </p:grpSpPr>
          <p:sp>
            <p:nvSpPr>
              <p:cNvPr id="1223" name="Google Shape;1223;p51"/>
              <p:cNvSpPr/>
              <p:nvPr/>
            </p:nvSpPr>
            <p:spPr>
              <a:xfrm>
                <a:off x="1023863" y="2896525"/>
                <a:ext cx="240875" cy="219425"/>
              </a:xfrm>
              <a:custGeom>
                <a:avLst/>
                <a:gdLst/>
                <a:ahLst/>
                <a:cxnLst/>
                <a:rect l="l" t="t" r="r" b="b"/>
                <a:pathLst>
                  <a:path w="9635" h="8777" extrusionOk="0">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24" name="Google Shape;1224;p51"/>
              <p:cNvSpPr/>
              <p:nvPr/>
            </p:nvSpPr>
            <p:spPr>
              <a:xfrm>
                <a:off x="1111105" y="2959275"/>
                <a:ext cx="54900" cy="93925"/>
              </a:xfrm>
              <a:custGeom>
                <a:avLst/>
                <a:gdLst/>
                <a:ahLst/>
                <a:cxnLst/>
                <a:rect l="l" t="t" r="r" b="b"/>
                <a:pathLst>
                  <a:path w="2196" h="3757" extrusionOk="0">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grpSp>
        <p:nvGrpSpPr>
          <p:cNvPr id="1225" name="Google Shape;1225;p51"/>
          <p:cNvGrpSpPr/>
          <p:nvPr/>
        </p:nvGrpSpPr>
        <p:grpSpPr>
          <a:xfrm>
            <a:off x="404600" y="4046486"/>
            <a:ext cx="621000" cy="621000"/>
            <a:chOff x="416300" y="4058211"/>
            <a:chExt cx="621000" cy="621000"/>
          </a:xfrm>
        </p:grpSpPr>
        <p:sp>
          <p:nvSpPr>
            <p:cNvPr id="1226" name="Google Shape;1226;p51"/>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27" name="Google Shape;1227;p51"/>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
        <p:nvSpPr>
          <p:cNvPr id="1228" name="Google Shape;1228;p51"/>
          <p:cNvSpPr/>
          <p:nvPr/>
        </p:nvSpPr>
        <p:spPr>
          <a:xfrm>
            <a:off x="7036700" y="133502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29" name="Google Shape;1229;p51"/>
          <p:cNvSpPr/>
          <p:nvPr/>
        </p:nvSpPr>
        <p:spPr>
          <a:xfrm>
            <a:off x="1828788"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30" name="Google Shape;1230;p51"/>
          <p:cNvSpPr/>
          <p:nvPr/>
        </p:nvSpPr>
        <p:spPr>
          <a:xfrm>
            <a:off x="1596448"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pic>
        <p:nvPicPr>
          <p:cNvPr id="3" name="图片 2">
            <a:extLst>
              <a:ext uri="{FF2B5EF4-FFF2-40B4-BE49-F238E27FC236}">
                <a16:creationId xmlns:a16="http://schemas.microsoft.com/office/drawing/2014/main" id="{EB0C18E2-7D5F-427A-9615-8A9420FF9AFF}"/>
              </a:ext>
            </a:extLst>
          </p:cNvPr>
          <p:cNvPicPr>
            <a:picLocks noChangeAspect="1"/>
          </p:cNvPicPr>
          <p:nvPr/>
        </p:nvPicPr>
        <p:blipFill>
          <a:blip r:embed="rId3"/>
          <a:stretch>
            <a:fillRect/>
          </a:stretch>
        </p:blipFill>
        <p:spPr>
          <a:xfrm>
            <a:off x="962311" y="3623760"/>
            <a:ext cx="4115374" cy="628738"/>
          </a:xfrm>
          <a:prstGeom prst="rect">
            <a:avLst/>
          </a:prstGeom>
        </p:spPr>
      </p:pic>
      <p:pic>
        <p:nvPicPr>
          <p:cNvPr id="5" name="图片 4">
            <a:extLst>
              <a:ext uri="{FF2B5EF4-FFF2-40B4-BE49-F238E27FC236}">
                <a16:creationId xmlns:a16="http://schemas.microsoft.com/office/drawing/2014/main" id="{EC43741C-96F2-4808-A69E-82E062A32B49}"/>
              </a:ext>
            </a:extLst>
          </p:cNvPr>
          <p:cNvPicPr>
            <a:picLocks noChangeAspect="1"/>
          </p:cNvPicPr>
          <p:nvPr/>
        </p:nvPicPr>
        <p:blipFill>
          <a:blip r:embed="rId4"/>
          <a:stretch>
            <a:fillRect/>
          </a:stretch>
        </p:blipFill>
        <p:spPr>
          <a:xfrm>
            <a:off x="2687781" y="3652037"/>
            <a:ext cx="4305901" cy="704948"/>
          </a:xfrm>
          <a:prstGeom prst="rect">
            <a:avLst/>
          </a:prstGeom>
        </p:spPr>
      </p:pic>
      <p:pic>
        <p:nvPicPr>
          <p:cNvPr id="7" name="图片 6">
            <a:extLst>
              <a:ext uri="{FF2B5EF4-FFF2-40B4-BE49-F238E27FC236}">
                <a16:creationId xmlns:a16="http://schemas.microsoft.com/office/drawing/2014/main" id="{E1AA338D-4896-4721-86C3-464FFE619AF9}"/>
              </a:ext>
            </a:extLst>
          </p:cNvPr>
          <p:cNvPicPr>
            <a:picLocks noChangeAspect="1"/>
          </p:cNvPicPr>
          <p:nvPr/>
        </p:nvPicPr>
        <p:blipFill>
          <a:blip r:embed="rId5"/>
          <a:stretch>
            <a:fillRect/>
          </a:stretch>
        </p:blipFill>
        <p:spPr>
          <a:xfrm>
            <a:off x="4372606" y="3718721"/>
            <a:ext cx="4191585" cy="6382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3" name="Google Shape;1236;p52"/>
          <p:cNvSpPr txBox="1">
            <a:spLocks noGrp="1"/>
          </p:cNvSpPr>
          <p:nvPr>
            <p:ph type="ctrTitle"/>
            <p:custDataLst>
              <p:tags r:id="rId1"/>
            </p:custDataLst>
          </p:nvPr>
        </p:nvSpPr>
        <p:spPr>
          <a:xfrm>
            <a:off x="2317209" y="1605843"/>
            <a:ext cx="4572000" cy="199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5000" dirty="0"/>
              <a:t>Thanks</a:t>
            </a:r>
            <a:r>
              <a:rPr lang="en-GB" sz="5400" dirty="0"/>
              <a:t>!</a:t>
            </a:r>
          </a:p>
        </p:txBody>
      </p:sp>
      <p:sp>
        <p:nvSpPr>
          <p:cNvPr id="4" name="Google Shape;1235;p52"/>
          <p:cNvSpPr txBox="1">
            <a:spLocks noGrp="1"/>
          </p:cNvSpPr>
          <p:nvPr>
            <p:ph type="subTitle" idx="1"/>
            <p:custDataLst>
              <p:tags r:id="rId2"/>
            </p:custDataLst>
          </p:nvPr>
        </p:nvSpPr>
        <p:spPr>
          <a:xfrm>
            <a:off x="2333586" y="2602793"/>
            <a:ext cx="4572000" cy="9144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zh-CN" sz="1200" b="1" dirty="0"/>
              <a:t>Git everyday keeps the disasters away</a:t>
            </a:r>
            <a:endParaRPr sz="1200" b="1" dirty="0"/>
          </a:p>
        </p:txBody>
      </p:sp>
      <p:grpSp>
        <p:nvGrpSpPr>
          <p:cNvPr id="6" name="Google Shape;1249;p52"/>
          <p:cNvGrpSpPr/>
          <p:nvPr/>
        </p:nvGrpSpPr>
        <p:grpSpPr>
          <a:xfrm>
            <a:off x="3630188" y="3189624"/>
            <a:ext cx="1883700" cy="502800"/>
            <a:chOff x="5406488" y="2852975"/>
            <a:chExt cx="1883700" cy="502800"/>
          </a:xfrm>
        </p:grpSpPr>
        <p:grpSp>
          <p:nvGrpSpPr>
            <p:cNvPr id="7" name="Google Shape;1250;p52"/>
            <p:cNvGrpSpPr/>
            <p:nvPr/>
          </p:nvGrpSpPr>
          <p:grpSpPr>
            <a:xfrm>
              <a:off x="5406488" y="2852975"/>
              <a:ext cx="502800" cy="502800"/>
              <a:chOff x="7034100" y="3230600"/>
              <a:chExt cx="502800" cy="502800"/>
            </a:xfrm>
          </p:grpSpPr>
          <p:sp>
            <p:nvSpPr>
              <p:cNvPr id="8" name="Google Shape;1251;p52"/>
              <p:cNvSpPr/>
              <p:nvPr>
                <p:custDataLst>
                  <p:tags r:id="rId38"/>
                </p:custDataLst>
              </p:nvPr>
            </p:nvSpPr>
            <p:spPr>
              <a:xfrm>
                <a:off x="7034100" y="3230600"/>
                <a:ext cx="502800" cy="502800"/>
              </a:xfrm>
              <a:prstGeom prst="roundRect">
                <a:avLst>
                  <a:gd name="adj" fmla="val 15109"/>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9" name="Google Shape;1252;p52"/>
              <p:cNvGrpSpPr/>
              <p:nvPr/>
            </p:nvGrpSpPr>
            <p:grpSpPr>
              <a:xfrm>
                <a:off x="7125480" y="3321980"/>
                <a:ext cx="320041" cy="320041"/>
                <a:chOff x="6166397" y="2888965"/>
                <a:chExt cx="215298" cy="215298"/>
              </a:xfrm>
            </p:grpSpPr>
            <p:sp>
              <p:nvSpPr>
                <p:cNvPr id="10" name="Google Shape;1253;p52"/>
                <p:cNvSpPr/>
                <p:nvPr>
                  <p:custDataLst>
                    <p:tags r:id="rId39"/>
                  </p:custDataLst>
                </p:nvPr>
              </p:nvSpPr>
              <p:spPr>
                <a:xfrm>
                  <a:off x="6166397" y="2888965"/>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1" name="Google Shape;1254;p52"/>
                <p:cNvSpPr/>
                <p:nvPr>
                  <p:custDataLst>
                    <p:tags r:id="rId40"/>
                  </p:custDataLst>
                </p:nvPr>
              </p:nvSpPr>
              <p:spPr>
                <a:xfrm>
                  <a:off x="6216466" y="2940084"/>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2" name="Google Shape;1255;p52"/>
                <p:cNvSpPr/>
                <p:nvPr>
                  <p:custDataLst>
                    <p:tags r:id="rId41"/>
                  </p:custDataLst>
                </p:nvPr>
              </p:nvSpPr>
              <p:spPr>
                <a:xfrm>
                  <a:off x="6317622" y="2916625"/>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grpSp>
          <p:nvGrpSpPr>
            <p:cNvPr id="13" name="Google Shape;1256;p52"/>
            <p:cNvGrpSpPr/>
            <p:nvPr/>
          </p:nvGrpSpPr>
          <p:grpSpPr>
            <a:xfrm>
              <a:off x="6101600" y="2852975"/>
              <a:ext cx="502800" cy="502800"/>
              <a:chOff x="7536900" y="2615775"/>
              <a:chExt cx="502800" cy="502800"/>
            </a:xfrm>
          </p:grpSpPr>
          <p:grpSp>
            <p:nvGrpSpPr>
              <p:cNvPr id="14" name="Google Shape;1257;p52"/>
              <p:cNvGrpSpPr/>
              <p:nvPr/>
            </p:nvGrpSpPr>
            <p:grpSpPr>
              <a:xfrm>
                <a:off x="7628278" y="2728495"/>
                <a:ext cx="320044" cy="277360"/>
                <a:chOff x="6623062" y="2744141"/>
                <a:chExt cx="208105" cy="186110"/>
              </a:xfrm>
            </p:grpSpPr>
            <p:sp>
              <p:nvSpPr>
                <p:cNvPr id="15" name="Google Shape;1258;p52"/>
                <p:cNvSpPr/>
                <p:nvPr>
                  <p:custDataLst>
                    <p:tags r:id="rId35"/>
                  </p:custDataLst>
                </p:nvPr>
              </p:nvSpPr>
              <p:spPr>
                <a:xfrm>
                  <a:off x="6630256" y="2809710"/>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6" name="Google Shape;1259;p52"/>
                <p:cNvSpPr/>
                <p:nvPr>
                  <p:custDataLst>
                    <p:tags r:id="rId36"/>
                  </p:custDataLst>
                </p:nvPr>
              </p:nvSpPr>
              <p:spPr>
                <a:xfrm>
                  <a:off x="6623062" y="2744141"/>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17" name="Google Shape;1260;p52"/>
                <p:cNvSpPr/>
                <p:nvPr>
                  <p:custDataLst>
                    <p:tags r:id="rId37"/>
                  </p:custDataLst>
                </p:nvPr>
              </p:nvSpPr>
              <p:spPr>
                <a:xfrm>
                  <a:off x="6703019" y="2809710"/>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
            <p:nvSpPr>
              <p:cNvPr id="18" name="Google Shape;1261;p52"/>
              <p:cNvSpPr/>
              <p:nvPr>
                <p:custDataLst>
                  <p:tags r:id="rId34"/>
                </p:custDataLst>
              </p:nvPr>
            </p:nvSpPr>
            <p:spPr>
              <a:xfrm>
                <a:off x="7536900" y="2615775"/>
                <a:ext cx="502800" cy="502800"/>
              </a:xfrm>
              <a:prstGeom prst="roundRect">
                <a:avLst>
                  <a:gd name="adj" fmla="val 15109"/>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19" name="Google Shape;1262;p52"/>
            <p:cNvGrpSpPr/>
            <p:nvPr/>
          </p:nvGrpSpPr>
          <p:grpSpPr>
            <a:xfrm>
              <a:off x="6787388" y="2852975"/>
              <a:ext cx="502800" cy="502800"/>
              <a:chOff x="6797488" y="2615775"/>
              <a:chExt cx="502800" cy="502800"/>
            </a:xfrm>
          </p:grpSpPr>
          <p:sp>
            <p:nvSpPr>
              <p:cNvPr id="20" name="Google Shape;1263;p52"/>
              <p:cNvSpPr/>
              <p:nvPr>
                <p:custDataLst>
                  <p:tags r:id="rId32"/>
                </p:custDataLst>
              </p:nvPr>
            </p:nvSpPr>
            <p:spPr>
              <a:xfrm>
                <a:off x="6888871" y="2739162"/>
                <a:ext cx="320033" cy="256025"/>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21" name="Google Shape;1264;p52"/>
              <p:cNvSpPr/>
              <p:nvPr>
                <p:custDataLst>
                  <p:tags r:id="rId33"/>
                </p:custDataLst>
              </p:nvPr>
            </p:nvSpPr>
            <p:spPr>
              <a:xfrm>
                <a:off x="6797488" y="2615775"/>
                <a:ext cx="502800" cy="502800"/>
              </a:xfrm>
              <a:prstGeom prst="roundRect">
                <a:avLst>
                  <a:gd name="adj" fmla="val 15109"/>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grpSp>
        <p:nvGrpSpPr>
          <p:cNvPr id="22" name="Google Shape;1238;p52"/>
          <p:cNvGrpSpPr/>
          <p:nvPr/>
        </p:nvGrpSpPr>
        <p:grpSpPr>
          <a:xfrm>
            <a:off x="274188" y="1428844"/>
            <a:ext cx="1827475" cy="1051350"/>
            <a:chOff x="6161988" y="3104373"/>
            <a:chExt cx="1827475" cy="1051350"/>
          </a:xfrm>
        </p:grpSpPr>
        <p:grpSp>
          <p:nvGrpSpPr>
            <p:cNvPr id="23" name="Google Shape;1239;p52"/>
            <p:cNvGrpSpPr/>
            <p:nvPr/>
          </p:nvGrpSpPr>
          <p:grpSpPr>
            <a:xfrm>
              <a:off x="6161988" y="3104373"/>
              <a:ext cx="1827475" cy="1051350"/>
              <a:chOff x="274188" y="1278048"/>
              <a:chExt cx="1827475" cy="1051350"/>
            </a:xfrm>
          </p:grpSpPr>
          <p:sp>
            <p:nvSpPr>
              <p:cNvPr id="24" name="Google Shape;1240;p52"/>
              <p:cNvSpPr/>
              <p:nvPr>
                <p:custDataLst>
                  <p:tags r:id="rId29"/>
                </p:custDataLst>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25" name="Google Shape;1241;p52"/>
              <p:cNvGrpSpPr/>
              <p:nvPr/>
            </p:nvGrpSpPr>
            <p:grpSpPr>
              <a:xfrm>
                <a:off x="274188" y="1278048"/>
                <a:ext cx="1737300" cy="960000"/>
                <a:chOff x="7146475" y="2190661"/>
                <a:chExt cx="1737300" cy="960000"/>
              </a:xfrm>
            </p:grpSpPr>
            <p:sp>
              <p:nvSpPr>
                <p:cNvPr id="26" name="Google Shape;1242;p52"/>
                <p:cNvSpPr/>
                <p:nvPr>
                  <p:custDataLst>
                    <p:tags r:id="rId30"/>
                  </p:custDataLst>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27" name="Google Shape;1243;p52"/>
                <p:cNvCxnSpPr/>
                <p:nvPr>
                  <p:custDataLst>
                    <p:tags r:id="rId31"/>
                  </p:custDataLst>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8" name="Google Shape;1244;p52"/>
            <p:cNvGrpSpPr/>
            <p:nvPr/>
          </p:nvGrpSpPr>
          <p:grpSpPr>
            <a:xfrm>
              <a:off x="6349239" y="3420925"/>
              <a:ext cx="1356472" cy="509050"/>
              <a:chOff x="6343699" y="3416675"/>
              <a:chExt cx="1356472" cy="509050"/>
            </a:xfrm>
          </p:grpSpPr>
          <p:sp>
            <p:nvSpPr>
              <p:cNvPr id="29" name="Google Shape;1245;p52"/>
              <p:cNvSpPr/>
              <p:nvPr>
                <p:custDataLst>
                  <p:tags r:id="rId25"/>
                </p:custDataLst>
              </p:nvPr>
            </p:nvSpPr>
            <p:spPr>
              <a:xfrm>
                <a:off x="6343699" y="3524445"/>
                <a:ext cx="776865" cy="54206"/>
              </a:xfrm>
              <a:custGeom>
                <a:avLst/>
                <a:gdLst/>
                <a:ahLst/>
                <a:cxnLst/>
                <a:rect l="l" t="t" r="r" b="b"/>
                <a:pathLst>
                  <a:path w="19319" h="1348" extrusionOk="0">
                    <a:moveTo>
                      <a:pt x="18435" y="1"/>
                    </a:moveTo>
                    <a:cubicBezTo>
                      <a:pt x="18412" y="1"/>
                      <a:pt x="18389" y="2"/>
                      <a:pt x="18366" y="3"/>
                    </a:cubicBezTo>
                    <a:lnTo>
                      <a:pt x="854" y="3"/>
                    </a:lnTo>
                    <a:cubicBezTo>
                      <a:pt x="0" y="52"/>
                      <a:pt x="0" y="1296"/>
                      <a:pt x="854" y="1345"/>
                    </a:cubicBezTo>
                    <a:lnTo>
                      <a:pt x="18366" y="1345"/>
                    </a:lnTo>
                    <a:cubicBezTo>
                      <a:pt x="18389" y="1347"/>
                      <a:pt x="18412" y="1347"/>
                      <a:pt x="18435" y="1347"/>
                    </a:cubicBezTo>
                    <a:cubicBezTo>
                      <a:pt x="19319" y="1347"/>
                      <a:pt x="19319" y="1"/>
                      <a:pt x="18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30" name="Google Shape;1246;p52"/>
              <p:cNvSpPr/>
              <p:nvPr>
                <p:custDataLst>
                  <p:tags r:id="rId26"/>
                </p:custDataLst>
              </p:nvPr>
            </p:nvSpPr>
            <p:spPr>
              <a:xfrm>
                <a:off x="6343699" y="3651035"/>
                <a:ext cx="777147" cy="55131"/>
              </a:xfrm>
              <a:custGeom>
                <a:avLst/>
                <a:gdLst/>
                <a:ahLst/>
                <a:cxnLst/>
                <a:rect l="l" t="t" r="r" b="b"/>
                <a:pathLst>
                  <a:path w="19326" h="1371" extrusionOk="0">
                    <a:moveTo>
                      <a:pt x="18412" y="1"/>
                    </a:moveTo>
                    <a:cubicBezTo>
                      <a:pt x="18397" y="1"/>
                      <a:pt x="18382" y="1"/>
                      <a:pt x="18366" y="2"/>
                    </a:cubicBezTo>
                    <a:lnTo>
                      <a:pt x="854" y="2"/>
                    </a:lnTo>
                    <a:cubicBezTo>
                      <a:pt x="0" y="75"/>
                      <a:pt x="0" y="1319"/>
                      <a:pt x="854" y="1368"/>
                    </a:cubicBezTo>
                    <a:lnTo>
                      <a:pt x="18366" y="1368"/>
                    </a:lnTo>
                    <a:cubicBezTo>
                      <a:pt x="18389" y="1369"/>
                      <a:pt x="18412" y="1370"/>
                      <a:pt x="18434" y="1370"/>
                    </a:cubicBezTo>
                    <a:cubicBezTo>
                      <a:pt x="19326" y="1370"/>
                      <a:pt x="19319" y="1"/>
                      <a:pt x="184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31" name="Google Shape;1247;p52"/>
              <p:cNvSpPr/>
              <p:nvPr>
                <p:custDataLst>
                  <p:tags r:id="rId27"/>
                </p:custDataLst>
              </p:nvPr>
            </p:nvSpPr>
            <p:spPr>
              <a:xfrm>
                <a:off x="6343699" y="3778469"/>
                <a:ext cx="776865" cy="55172"/>
              </a:xfrm>
              <a:custGeom>
                <a:avLst/>
                <a:gdLst/>
                <a:ahLst/>
                <a:cxnLst/>
                <a:rect l="l" t="t" r="r" b="b"/>
                <a:pathLst>
                  <a:path w="19319" h="1372" extrusionOk="0">
                    <a:moveTo>
                      <a:pt x="18433" y="1"/>
                    </a:moveTo>
                    <a:cubicBezTo>
                      <a:pt x="18411" y="1"/>
                      <a:pt x="18389" y="2"/>
                      <a:pt x="18366" y="3"/>
                    </a:cubicBezTo>
                    <a:lnTo>
                      <a:pt x="854" y="3"/>
                    </a:lnTo>
                    <a:cubicBezTo>
                      <a:pt x="0" y="52"/>
                      <a:pt x="0" y="1320"/>
                      <a:pt x="854" y="1369"/>
                    </a:cubicBezTo>
                    <a:lnTo>
                      <a:pt x="18366" y="1369"/>
                    </a:lnTo>
                    <a:cubicBezTo>
                      <a:pt x="18389" y="1371"/>
                      <a:pt x="18411" y="1372"/>
                      <a:pt x="18433" y="1372"/>
                    </a:cubicBezTo>
                    <a:cubicBezTo>
                      <a:pt x="19319" y="1372"/>
                      <a:pt x="19319" y="1"/>
                      <a:pt x="18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32" name="Google Shape;1248;p52"/>
              <p:cNvSpPr/>
              <p:nvPr>
                <p:custDataLst>
                  <p:tags r:id="rId28"/>
                </p:custDataLst>
              </p:nvPr>
            </p:nvSpPr>
            <p:spPr>
              <a:xfrm>
                <a:off x="7286224" y="3416675"/>
                <a:ext cx="413947" cy="509050"/>
              </a:xfrm>
              <a:custGeom>
                <a:avLst/>
                <a:gdLst/>
                <a:ahLst/>
                <a:cxnLst/>
                <a:rect l="l" t="t" r="r" b="b"/>
                <a:pathLst>
                  <a:path w="10294" h="12659" extrusionOk="0">
                    <a:moveTo>
                      <a:pt x="1" y="1"/>
                    </a:moveTo>
                    <a:lnTo>
                      <a:pt x="1" y="12659"/>
                    </a:lnTo>
                    <a:lnTo>
                      <a:pt x="10293" y="12659"/>
                    </a:lnTo>
                    <a:lnTo>
                      <a:pt x="10293" y="1"/>
                    </a:ln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grpSp>
        <p:nvGrpSpPr>
          <p:cNvPr id="33" name="Google Shape;1265;p52"/>
          <p:cNvGrpSpPr/>
          <p:nvPr/>
        </p:nvGrpSpPr>
        <p:grpSpPr>
          <a:xfrm>
            <a:off x="274211" y="2663294"/>
            <a:ext cx="1823501" cy="1051350"/>
            <a:chOff x="7469486" y="1480344"/>
            <a:chExt cx="1823501" cy="1051350"/>
          </a:xfrm>
        </p:grpSpPr>
        <p:grpSp>
          <p:nvGrpSpPr>
            <p:cNvPr id="34" name="Google Shape;1266;p52"/>
            <p:cNvGrpSpPr/>
            <p:nvPr/>
          </p:nvGrpSpPr>
          <p:grpSpPr>
            <a:xfrm>
              <a:off x="7469709" y="1480344"/>
              <a:ext cx="1823279" cy="1051350"/>
              <a:chOff x="278384" y="1278048"/>
              <a:chExt cx="1823279" cy="1051350"/>
            </a:xfrm>
          </p:grpSpPr>
          <p:sp>
            <p:nvSpPr>
              <p:cNvPr id="35" name="Google Shape;1267;p52"/>
              <p:cNvSpPr/>
              <p:nvPr>
                <p:custDataLst>
                  <p:tags r:id="rId22"/>
                </p:custDataLst>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nvGrpSpPr>
              <p:cNvPr id="36" name="Google Shape;1268;p52"/>
              <p:cNvGrpSpPr/>
              <p:nvPr/>
            </p:nvGrpSpPr>
            <p:grpSpPr>
              <a:xfrm>
                <a:off x="278384" y="1278048"/>
                <a:ext cx="1737300" cy="960000"/>
                <a:chOff x="7150671" y="2190661"/>
                <a:chExt cx="1737300" cy="960000"/>
              </a:xfrm>
            </p:grpSpPr>
            <p:sp>
              <p:nvSpPr>
                <p:cNvPr id="37" name="Google Shape;1269;p52"/>
                <p:cNvSpPr/>
                <p:nvPr>
                  <p:custDataLst>
                    <p:tags r:id="rId23"/>
                  </p:custDataLst>
                </p:nvPr>
              </p:nvSpPr>
              <p:spPr>
                <a:xfrm>
                  <a:off x="7150671"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cxnSp>
              <p:nvCxnSpPr>
                <p:cNvPr id="38" name="Google Shape;1270;p52"/>
                <p:cNvCxnSpPr/>
                <p:nvPr>
                  <p:custDataLst>
                    <p:tags r:id="rId24"/>
                  </p:custDataLst>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cxnSp>
          <p:nvCxnSpPr>
            <p:cNvPr id="39" name="Google Shape;1271;p52"/>
            <p:cNvCxnSpPr/>
            <p:nvPr>
              <p:custDataLst>
                <p:tags r:id="rId19"/>
              </p:custDataLst>
            </p:nvPr>
          </p:nvCxnSpPr>
          <p:spPr>
            <a:xfrm>
              <a:off x="7469486" y="2052225"/>
              <a:ext cx="1724100" cy="0"/>
            </a:xfrm>
            <a:prstGeom prst="straightConnector1">
              <a:avLst/>
            </a:prstGeom>
            <a:noFill/>
            <a:ln w="28575" cap="flat" cmpd="sng">
              <a:solidFill>
                <a:schemeClr val="dk1"/>
              </a:solidFill>
              <a:prstDash val="solid"/>
              <a:round/>
              <a:headEnd type="none" w="med" len="med"/>
              <a:tailEnd type="none" w="med" len="med"/>
            </a:ln>
          </p:spPr>
        </p:cxnSp>
        <p:sp>
          <p:nvSpPr>
            <p:cNvPr id="40" name="Google Shape;1272;p52"/>
            <p:cNvSpPr/>
            <p:nvPr>
              <p:custDataLst>
                <p:tags r:id="rId20"/>
              </p:custDataLst>
            </p:nvPr>
          </p:nvSpPr>
          <p:spPr>
            <a:xfrm>
              <a:off x="8031688" y="1782907"/>
              <a:ext cx="599697" cy="538636"/>
            </a:xfrm>
            <a:custGeom>
              <a:avLst/>
              <a:gdLst/>
              <a:ahLst/>
              <a:cxnLst/>
              <a:rect l="l" t="t" r="r" b="b"/>
              <a:pathLst>
                <a:path w="11123" h="9990" extrusionOk="0">
                  <a:moveTo>
                    <a:pt x="5566" y="0"/>
                  </a:moveTo>
                  <a:cubicBezTo>
                    <a:pt x="4372" y="0"/>
                    <a:pt x="3174" y="424"/>
                    <a:pt x="2220" y="1288"/>
                  </a:cubicBezTo>
                  <a:cubicBezTo>
                    <a:pt x="172" y="3117"/>
                    <a:pt x="1" y="6287"/>
                    <a:pt x="1855" y="8336"/>
                  </a:cubicBezTo>
                  <a:cubicBezTo>
                    <a:pt x="2832" y="9431"/>
                    <a:pt x="4192" y="9989"/>
                    <a:pt x="5560" y="9989"/>
                  </a:cubicBezTo>
                  <a:cubicBezTo>
                    <a:pt x="6752" y="9989"/>
                    <a:pt x="7949" y="9565"/>
                    <a:pt x="8903" y="8702"/>
                  </a:cubicBezTo>
                  <a:cubicBezTo>
                    <a:pt x="10952" y="6873"/>
                    <a:pt x="11123" y="3702"/>
                    <a:pt x="9293" y="1653"/>
                  </a:cubicBezTo>
                  <a:cubicBezTo>
                    <a:pt x="8303" y="559"/>
                    <a:pt x="6936" y="0"/>
                    <a:pt x="5566"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1" name="Google Shape;1273;p52"/>
            <p:cNvSpPr/>
            <p:nvPr>
              <p:custDataLst>
                <p:tags r:id="rId21"/>
              </p:custDataLst>
            </p:nvPr>
          </p:nvSpPr>
          <p:spPr>
            <a:xfrm>
              <a:off x="8111159" y="1873044"/>
              <a:ext cx="448465" cy="440236"/>
            </a:xfrm>
            <a:custGeom>
              <a:avLst/>
              <a:gdLst/>
              <a:ahLst/>
              <a:cxnLst/>
              <a:rect l="l" t="t" r="r" b="b"/>
              <a:pathLst>
                <a:path w="8318" h="8165" extrusionOk="0">
                  <a:moveTo>
                    <a:pt x="4147" y="0"/>
                  </a:moveTo>
                  <a:cubicBezTo>
                    <a:pt x="1171" y="0"/>
                    <a:pt x="1366" y="3829"/>
                    <a:pt x="1366" y="3829"/>
                  </a:cubicBezTo>
                  <a:lnTo>
                    <a:pt x="2513" y="3829"/>
                  </a:lnTo>
                  <a:cubicBezTo>
                    <a:pt x="2659" y="4098"/>
                    <a:pt x="2854" y="4366"/>
                    <a:pt x="3074" y="4561"/>
                  </a:cubicBezTo>
                  <a:cubicBezTo>
                    <a:pt x="1952" y="4707"/>
                    <a:pt x="879" y="5195"/>
                    <a:pt x="1" y="5951"/>
                  </a:cubicBezTo>
                  <a:cubicBezTo>
                    <a:pt x="1000" y="7427"/>
                    <a:pt x="2580" y="8165"/>
                    <a:pt x="4159" y="8165"/>
                  </a:cubicBezTo>
                  <a:cubicBezTo>
                    <a:pt x="5738" y="8165"/>
                    <a:pt x="7317" y="7427"/>
                    <a:pt x="8317" y="5951"/>
                  </a:cubicBezTo>
                  <a:cubicBezTo>
                    <a:pt x="7439" y="5195"/>
                    <a:pt x="6366" y="4707"/>
                    <a:pt x="5220" y="4561"/>
                  </a:cubicBezTo>
                  <a:cubicBezTo>
                    <a:pt x="5464" y="4366"/>
                    <a:pt x="5659" y="4098"/>
                    <a:pt x="5805" y="3829"/>
                  </a:cubicBezTo>
                  <a:lnTo>
                    <a:pt x="6952" y="3829"/>
                  </a:lnTo>
                  <a:cubicBezTo>
                    <a:pt x="6952" y="3829"/>
                    <a:pt x="7122" y="0"/>
                    <a:pt x="4147" y="0"/>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42" name="Google Shape;1274;p52"/>
          <p:cNvGrpSpPr/>
          <p:nvPr/>
        </p:nvGrpSpPr>
        <p:grpSpPr>
          <a:xfrm>
            <a:off x="7927951" y="2080033"/>
            <a:ext cx="941841" cy="2789257"/>
            <a:chOff x="6592201" y="2061933"/>
            <a:chExt cx="941841" cy="2789257"/>
          </a:xfrm>
        </p:grpSpPr>
        <p:sp>
          <p:nvSpPr>
            <p:cNvPr id="43" name="Google Shape;1275;p52"/>
            <p:cNvSpPr/>
            <p:nvPr>
              <p:custDataLst>
                <p:tags r:id="rId9"/>
              </p:custDataLst>
            </p:nvPr>
          </p:nvSpPr>
          <p:spPr>
            <a:xfrm>
              <a:off x="6592201" y="2061933"/>
              <a:ext cx="941841" cy="2789257"/>
            </a:xfrm>
            <a:custGeom>
              <a:avLst/>
              <a:gdLst/>
              <a:ahLst/>
              <a:cxnLst/>
              <a:rect l="l" t="t" r="r" b="b"/>
              <a:pathLst>
                <a:path w="8343" h="24976" extrusionOk="0">
                  <a:moveTo>
                    <a:pt x="440" y="24537"/>
                  </a:moveTo>
                  <a:cubicBezTo>
                    <a:pt x="147" y="24244"/>
                    <a:pt x="1" y="23854"/>
                    <a:pt x="1" y="23464"/>
                  </a:cubicBezTo>
                  <a:lnTo>
                    <a:pt x="1" y="4074"/>
                  </a:lnTo>
                  <a:cubicBezTo>
                    <a:pt x="50" y="1805"/>
                    <a:pt x="1903" y="1"/>
                    <a:pt x="4172" y="1"/>
                  </a:cubicBezTo>
                  <a:cubicBezTo>
                    <a:pt x="6440" y="1"/>
                    <a:pt x="8269" y="1805"/>
                    <a:pt x="8342" y="4074"/>
                  </a:cubicBezTo>
                  <a:lnTo>
                    <a:pt x="8342" y="23464"/>
                  </a:lnTo>
                  <a:cubicBezTo>
                    <a:pt x="8342" y="24293"/>
                    <a:pt x="7659" y="24976"/>
                    <a:pt x="6806" y="24976"/>
                  </a:cubicBezTo>
                  <a:lnTo>
                    <a:pt x="1537" y="24976"/>
                  </a:lnTo>
                  <a:cubicBezTo>
                    <a:pt x="1123" y="24976"/>
                    <a:pt x="733" y="24829"/>
                    <a:pt x="440" y="24537"/>
                  </a:cubicBezTo>
                  <a:close/>
                  <a:moveTo>
                    <a:pt x="4172" y="3293"/>
                  </a:moveTo>
                  <a:cubicBezTo>
                    <a:pt x="4952" y="3293"/>
                    <a:pt x="4952" y="2147"/>
                    <a:pt x="4172" y="2147"/>
                  </a:cubicBezTo>
                  <a:cubicBezTo>
                    <a:pt x="4025" y="2147"/>
                    <a:pt x="3879" y="2196"/>
                    <a:pt x="3757" y="2318"/>
                  </a:cubicBezTo>
                  <a:cubicBezTo>
                    <a:pt x="3537" y="2537"/>
                    <a:pt x="3537" y="2903"/>
                    <a:pt x="3757" y="3123"/>
                  </a:cubicBezTo>
                  <a:cubicBezTo>
                    <a:pt x="3879" y="3244"/>
                    <a:pt x="4025" y="3293"/>
                    <a:pt x="4172" y="3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4" name="Google Shape;1276;p52"/>
            <p:cNvSpPr/>
            <p:nvPr>
              <p:custDataLst>
                <p:tags r:id="rId10"/>
              </p:custDataLst>
            </p:nvPr>
          </p:nvSpPr>
          <p:spPr>
            <a:xfrm>
              <a:off x="6592201" y="2061933"/>
              <a:ext cx="941841" cy="2789257"/>
            </a:xfrm>
            <a:custGeom>
              <a:avLst/>
              <a:gdLst/>
              <a:ahLst/>
              <a:cxnLst/>
              <a:rect l="l" t="t" r="r" b="b"/>
              <a:pathLst>
                <a:path w="8343" h="24976" extrusionOk="0">
                  <a:moveTo>
                    <a:pt x="391" y="23464"/>
                  </a:moveTo>
                  <a:cubicBezTo>
                    <a:pt x="391" y="23756"/>
                    <a:pt x="513" y="24049"/>
                    <a:pt x="733" y="24268"/>
                  </a:cubicBezTo>
                  <a:cubicBezTo>
                    <a:pt x="928" y="24488"/>
                    <a:pt x="1220" y="24585"/>
                    <a:pt x="1537" y="24585"/>
                  </a:cubicBezTo>
                  <a:lnTo>
                    <a:pt x="6806" y="24585"/>
                  </a:lnTo>
                  <a:cubicBezTo>
                    <a:pt x="7440" y="24585"/>
                    <a:pt x="7952" y="24073"/>
                    <a:pt x="7952" y="23464"/>
                  </a:cubicBezTo>
                  <a:lnTo>
                    <a:pt x="7952" y="4074"/>
                  </a:lnTo>
                  <a:cubicBezTo>
                    <a:pt x="7879" y="2025"/>
                    <a:pt x="6220" y="391"/>
                    <a:pt x="4172" y="391"/>
                  </a:cubicBezTo>
                  <a:cubicBezTo>
                    <a:pt x="2123" y="391"/>
                    <a:pt x="440" y="2025"/>
                    <a:pt x="391" y="4074"/>
                  </a:cubicBezTo>
                  <a:close/>
                  <a:moveTo>
                    <a:pt x="4172" y="2196"/>
                  </a:moveTo>
                  <a:cubicBezTo>
                    <a:pt x="4854" y="2196"/>
                    <a:pt x="4854" y="3244"/>
                    <a:pt x="4172" y="3244"/>
                  </a:cubicBezTo>
                  <a:cubicBezTo>
                    <a:pt x="4025" y="3244"/>
                    <a:pt x="3903" y="3171"/>
                    <a:pt x="3806" y="3074"/>
                  </a:cubicBezTo>
                  <a:cubicBezTo>
                    <a:pt x="3611" y="2879"/>
                    <a:pt x="3611" y="2562"/>
                    <a:pt x="3806" y="2342"/>
                  </a:cubicBezTo>
                  <a:cubicBezTo>
                    <a:pt x="3903" y="2245"/>
                    <a:pt x="4025" y="2196"/>
                    <a:pt x="4172" y="2196"/>
                  </a:cubicBezTo>
                  <a:close/>
                  <a:moveTo>
                    <a:pt x="3611" y="2147"/>
                  </a:moveTo>
                  <a:cubicBezTo>
                    <a:pt x="4220" y="1513"/>
                    <a:pt x="5269" y="2196"/>
                    <a:pt x="4928" y="3025"/>
                  </a:cubicBezTo>
                  <a:cubicBezTo>
                    <a:pt x="4586" y="3854"/>
                    <a:pt x="3367" y="3610"/>
                    <a:pt x="3367" y="2708"/>
                  </a:cubicBezTo>
                  <a:cubicBezTo>
                    <a:pt x="3367" y="2488"/>
                    <a:pt x="3440" y="2293"/>
                    <a:pt x="3611" y="2147"/>
                  </a:cubicBezTo>
                  <a:close/>
                  <a:moveTo>
                    <a:pt x="7196" y="19951"/>
                  </a:moveTo>
                  <a:lnTo>
                    <a:pt x="7196" y="19951"/>
                  </a:lnTo>
                  <a:lnTo>
                    <a:pt x="7196" y="22805"/>
                  </a:lnTo>
                  <a:cubicBezTo>
                    <a:pt x="7196" y="22878"/>
                    <a:pt x="7123" y="22951"/>
                    <a:pt x="7049" y="22951"/>
                  </a:cubicBezTo>
                  <a:lnTo>
                    <a:pt x="1294" y="22951"/>
                  </a:lnTo>
                  <a:cubicBezTo>
                    <a:pt x="1220" y="22951"/>
                    <a:pt x="1147" y="22878"/>
                    <a:pt x="1147" y="22805"/>
                  </a:cubicBezTo>
                  <a:lnTo>
                    <a:pt x="1147" y="5635"/>
                  </a:lnTo>
                  <a:cubicBezTo>
                    <a:pt x="1147" y="5562"/>
                    <a:pt x="1220" y="5488"/>
                    <a:pt x="1294" y="5488"/>
                  </a:cubicBezTo>
                  <a:lnTo>
                    <a:pt x="7025" y="5488"/>
                  </a:lnTo>
                  <a:cubicBezTo>
                    <a:pt x="7123" y="5488"/>
                    <a:pt x="7196" y="5562"/>
                    <a:pt x="7196" y="5635"/>
                  </a:cubicBezTo>
                  <a:lnTo>
                    <a:pt x="7196" y="8488"/>
                  </a:lnTo>
                  <a:lnTo>
                    <a:pt x="7196" y="8488"/>
                  </a:lnTo>
                  <a:lnTo>
                    <a:pt x="7196" y="11366"/>
                  </a:lnTo>
                  <a:lnTo>
                    <a:pt x="7196" y="11366"/>
                  </a:lnTo>
                  <a:lnTo>
                    <a:pt x="7196" y="14220"/>
                  </a:lnTo>
                  <a:lnTo>
                    <a:pt x="7196" y="14220"/>
                  </a:lnTo>
                  <a:lnTo>
                    <a:pt x="7196" y="17073"/>
                  </a:lnTo>
                  <a:lnTo>
                    <a:pt x="7196" y="17073"/>
                  </a:lnTo>
                  <a:lnTo>
                    <a:pt x="7196" y="19927"/>
                  </a:lnTo>
                  <a:close/>
                  <a:moveTo>
                    <a:pt x="6879" y="20098"/>
                  </a:moveTo>
                  <a:lnTo>
                    <a:pt x="6879" y="22659"/>
                  </a:lnTo>
                  <a:lnTo>
                    <a:pt x="1440" y="22659"/>
                  </a:lnTo>
                  <a:lnTo>
                    <a:pt x="1440" y="20098"/>
                  </a:lnTo>
                  <a:close/>
                  <a:moveTo>
                    <a:pt x="1440" y="19781"/>
                  </a:moveTo>
                  <a:lnTo>
                    <a:pt x="1440" y="17220"/>
                  </a:lnTo>
                  <a:lnTo>
                    <a:pt x="6879" y="17220"/>
                  </a:lnTo>
                  <a:lnTo>
                    <a:pt x="6879" y="19781"/>
                  </a:lnTo>
                  <a:close/>
                  <a:moveTo>
                    <a:pt x="1440" y="16927"/>
                  </a:moveTo>
                  <a:lnTo>
                    <a:pt x="1440" y="14366"/>
                  </a:lnTo>
                  <a:lnTo>
                    <a:pt x="6879" y="14366"/>
                  </a:lnTo>
                  <a:lnTo>
                    <a:pt x="6879" y="16927"/>
                  </a:lnTo>
                  <a:close/>
                  <a:moveTo>
                    <a:pt x="1440" y="14074"/>
                  </a:moveTo>
                  <a:lnTo>
                    <a:pt x="1440" y="11513"/>
                  </a:lnTo>
                  <a:lnTo>
                    <a:pt x="6879" y="11513"/>
                  </a:lnTo>
                  <a:lnTo>
                    <a:pt x="6879" y="14074"/>
                  </a:lnTo>
                  <a:close/>
                  <a:moveTo>
                    <a:pt x="1440" y="11196"/>
                  </a:moveTo>
                  <a:lnTo>
                    <a:pt x="1440" y="8635"/>
                  </a:lnTo>
                  <a:lnTo>
                    <a:pt x="6879" y="8635"/>
                  </a:lnTo>
                  <a:lnTo>
                    <a:pt x="6879" y="11196"/>
                  </a:lnTo>
                  <a:close/>
                  <a:moveTo>
                    <a:pt x="1440" y="8342"/>
                  </a:moveTo>
                  <a:lnTo>
                    <a:pt x="1440" y="5805"/>
                  </a:lnTo>
                  <a:lnTo>
                    <a:pt x="6879" y="5805"/>
                  </a:lnTo>
                  <a:lnTo>
                    <a:pt x="6879" y="8366"/>
                  </a:lnTo>
                  <a:close/>
                  <a:moveTo>
                    <a:pt x="440" y="24537"/>
                  </a:moveTo>
                  <a:cubicBezTo>
                    <a:pt x="147" y="24244"/>
                    <a:pt x="1" y="23854"/>
                    <a:pt x="1" y="23464"/>
                  </a:cubicBezTo>
                  <a:lnTo>
                    <a:pt x="1" y="4074"/>
                  </a:lnTo>
                  <a:cubicBezTo>
                    <a:pt x="50" y="1805"/>
                    <a:pt x="1903" y="1"/>
                    <a:pt x="4172" y="1"/>
                  </a:cubicBezTo>
                  <a:cubicBezTo>
                    <a:pt x="6440" y="1"/>
                    <a:pt x="8293" y="1805"/>
                    <a:pt x="8342" y="4074"/>
                  </a:cubicBezTo>
                  <a:lnTo>
                    <a:pt x="8342" y="23464"/>
                  </a:lnTo>
                  <a:cubicBezTo>
                    <a:pt x="8342" y="24293"/>
                    <a:pt x="7659" y="24976"/>
                    <a:pt x="6830" y="24976"/>
                  </a:cubicBezTo>
                  <a:lnTo>
                    <a:pt x="1537" y="24976"/>
                  </a:lnTo>
                  <a:cubicBezTo>
                    <a:pt x="1123" y="24976"/>
                    <a:pt x="733" y="24829"/>
                    <a:pt x="440" y="245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5" name="Google Shape;1277;p52"/>
            <p:cNvSpPr/>
            <p:nvPr>
              <p:custDataLst>
                <p:tags r:id="rId11"/>
              </p:custDataLst>
            </p:nvPr>
          </p:nvSpPr>
          <p:spPr>
            <a:xfrm>
              <a:off x="6636341" y="2105487"/>
              <a:ext cx="853561" cy="2702149"/>
            </a:xfrm>
            <a:custGeom>
              <a:avLst/>
              <a:gdLst/>
              <a:ahLst/>
              <a:cxnLst/>
              <a:rect l="l" t="t" r="r" b="b"/>
              <a:pathLst>
                <a:path w="7561" h="24196" extrusionOk="0">
                  <a:moveTo>
                    <a:pt x="0" y="3684"/>
                  </a:moveTo>
                  <a:lnTo>
                    <a:pt x="0" y="23074"/>
                  </a:lnTo>
                  <a:cubicBezTo>
                    <a:pt x="0" y="23366"/>
                    <a:pt x="122" y="23659"/>
                    <a:pt x="342" y="23878"/>
                  </a:cubicBezTo>
                  <a:cubicBezTo>
                    <a:pt x="537" y="24098"/>
                    <a:pt x="829" y="24195"/>
                    <a:pt x="1146" y="24195"/>
                  </a:cubicBezTo>
                  <a:lnTo>
                    <a:pt x="6415" y="24195"/>
                  </a:lnTo>
                  <a:cubicBezTo>
                    <a:pt x="7049" y="24195"/>
                    <a:pt x="7561" y="23683"/>
                    <a:pt x="7561" y="23074"/>
                  </a:cubicBezTo>
                  <a:lnTo>
                    <a:pt x="7561" y="3684"/>
                  </a:lnTo>
                  <a:cubicBezTo>
                    <a:pt x="7488" y="1635"/>
                    <a:pt x="5829" y="1"/>
                    <a:pt x="3781" y="1"/>
                  </a:cubicBezTo>
                  <a:cubicBezTo>
                    <a:pt x="1732" y="1"/>
                    <a:pt x="49" y="1635"/>
                    <a:pt x="0" y="3684"/>
                  </a:cubicBezTo>
                  <a:close/>
                  <a:moveTo>
                    <a:pt x="4585" y="2318"/>
                  </a:moveTo>
                  <a:cubicBezTo>
                    <a:pt x="4585" y="3220"/>
                    <a:pt x="3366" y="3464"/>
                    <a:pt x="3024" y="2635"/>
                  </a:cubicBezTo>
                  <a:cubicBezTo>
                    <a:pt x="2683" y="1806"/>
                    <a:pt x="3732" y="1123"/>
                    <a:pt x="4366" y="1757"/>
                  </a:cubicBezTo>
                  <a:cubicBezTo>
                    <a:pt x="4512" y="1903"/>
                    <a:pt x="4585" y="2098"/>
                    <a:pt x="4585" y="2318"/>
                  </a:cubicBezTo>
                  <a:close/>
                  <a:moveTo>
                    <a:pt x="903" y="5098"/>
                  </a:moveTo>
                  <a:lnTo>
                    <a:pt x="6634" y="5098"/>
                  </a:lnTo>
                  <a:cubicBezTo>
                    <a:pt x="6732" y="5098"/>
                    <a:pt x="6805" y="5172"/>
                    <a:pt x="6805" y="5245"/>
                  </a:cubicBezTo>
                  <a:lnTo>
                    <a:pt x="6805" y="8123"/>
                  </a:lnTo>
                  <a:lnTo>
                    <a:pt x="6805" y="8123"/>
                  </a:lnTo>
                  <a:lnTo>
                    <a:pt x="6805" y="10976"/>
                  </a:lnTo>
                  <a:lnTo>
                    <a:pt x="6805" y="10976"/>
                  </a:lnTo>
                  <a:lnTo>
                    <a:pt x="6805" y="13830"/>
                  </a:lnTo>
                  <a:lnTo>
                    <a:pt x="6805" y="13830"/>
                  </a:lnTo>
                  <a:lnTo>
                    <a:pt x="6805" y="16683"/>
                  </a:lnTo>
                  <a:lnTo>
                    <a:pt x="6805" y="16683"/>
                  </a:lnTo>
                  <a:lnTo>
                    <a:pt x="6805" y="19537"/>
                  </a:lnTo>
                  <a:lnTo>
                    <a:pt x="6805" y="19537"/>
                  </a:lnTo>
                  <a:lnTo>
                    <a:pt x="6805" y="22415"/>
                  </a:lnTo>
                  <a:cubicBezTo>
                    <a:pt x="6805" y="22488"/>
                    <a:pt x="6732" y="22561"/>
                    <a:pt x="6634" y="22561"/>
                  </a:cubicBezTo>
                  <a:lnTo>
                    <a:pt x="903" y="22561"/>
                  </a:lnTo>
                  <a:cubicBezTo>
                    <a:pt x="829" y="22561"/>
                    <a:pt x="756" y="22488"/>
                    <a:pt x="756" y="22415"/>
                  </a:cubicBezTo>
                  <a:lnTo>
                    <a:pt x="756" y="5245"/>
                  </a:lnTo>
                  <a:cubicBezTo>
                    <a:pt x="756" y="5172"/>
                    <a:pt x="829" y="5098"/>
                    <a:pt x="903" y="50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6" name="Google Shape;1278;p52"/>
            <p:cNvSpPr/>
            <p:nvPr>
              <p:custDataLst>
                <p:tags r:id="rId12"/>
              </p:custDataLst>
            </p:nvPr>
          </p:nvSpPr>
          <p:spPr>
            <a:xfrm>
              <a:off x="6754649" y="2707541"/>
              <a:ext cx="614122" cy="286006"/>
            </a:xfrm>
            <a:custGeom>
              <a:avLst/>
              <a:gdLst/>
              <a:ahLst/>
              <a:cxnLst/>
              <a:rect l="l" t="t" r="r" b="b"/>
              <a:pathLst>
                <a:path w="5440" h="2561" extrusionOk="0">
                  <a:moveTo>
                    <a:pt x="1" y="0"/>
                  </a:moveTo>
                  <a:lnTo>
                    <a:pt x="1" y="2561"/>
                  </a:lnTo>
                  <a:lnTo>
                    <a:pt x="5440" y="2561"/>
                  </a:lnTo>
                  <a:lnTo>
                    <a:pt x="5440" y="0"/>
                  </a:lnTo>
                  <a:close/>
                </a:path>
              </a:pathLst>
            </a:custGeom>
            <a:solidFill>
              <a:schemeClr val="accent3">
                <a:alpha val="6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7" name="Google Shape;1279;p52"/>
            <p:cNvSpPr/>
            <p:nvPr>
              <p:custDataLst>
                <p:tags r:id="rId13"/>
              </p:custDataLst>
            </p:nvPr>
          </p:nvSpPr>
          <p:spPr>
            <a:xfrm>
              <a:off x="6754649" y="3028949"/>
              <a:ext cx="614122" cy="286006"/>
            </a:xfrm>
            <a:custGeom>
              <a:avLst/>
              <a:gdLst/>
              <a:ahLst/>
              <a:cxnLst/>
              <a:rect l="l" t="t" r="r" b="b"/>
              <a:pathLst>
                <a:path w="5440" h="2561" extrusionOk="0">
                  <a:moveTo>
                    <a:pt x="1" y="0"/>
                  </a:moveTo>
                  <a:lnTo>
                    <a:pt x="1" y="2561"/>
                  </a:lnTo>
                  <a:lnTo>
                    <a:pt x="5440" y="2561"/>
                  </a:lnTo>
                  <a:lnTo>
                    <a:pt x="5440" y="0"/>
                  </a:lnTo>
                  <a:close/>
                </a:path>
              </a:pathLst>
            </a:custGeom>
            <a:solidFill>
              <a:schemeClr val="accent3">
                <a:alpha val="733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8" name="Google Shape;1280;p52"/>
            <p:cNvSpPr/>
            <p:nvPr>
              <p:custDataLst>
                <p:tags r:id="rId14"/>
              </p:custDataLst>
            </p:nvPr>
          </p:nvSpPr>
          <p:spPr>
            <a:xfrm>
              <a:off x="6754649" y="3347564"/>
              <a:ext cx="614122" cy="286118"/>
            </a:xfrm>
            <a:custGeom>
              <a:avLst/>
              <a:gdLst/>
              <a:ahLst/>
              <a:cxnLst/>
              <a:rect l="l" t="t" r="r" b="b"/>
              <a:pathLst>
                <a:path w="5440" h="2562" extrusionOk="0">
                  <a:moveTo>
                    <a:pt x="1" y="1"/>
                  </a:moveTo>
                  <a:lnTo>
                    <a:pt x="1" y="2562"/>
                  </a:lnTo>
                  <a:lnTo>
                    <a:pt x="5440" y="2562"/>
                  </a:lnTo>
                  <a:lnTo>
                    <a:pt x="5440" y="1"/>
                  </a:lnTo>
                  <a:close/>
                </a:path>
              </a:pathLst>
            </a:custGeom>
            <a:solidFill>
              <a:schemeClr val="accent3">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9" name="Google Shape;1281;p52"/>
            <p:cNvSpPr/>
            <p:nvPr>
              <p:custDataLst>
                <p:tags r:id="rId15"/>
              </p:custDataLst>
            </p:nvPr>
          </p:nvSpPr>
          <p:spPr>
            <a:xfrm>
              <a:off x="6754649" y="3666292"/>
              <a:ext cx="614122" cy="286118"/>
            </a:xfrm>
            <a:custGeom>
              <a:avLst/>
              <a:gdLst/>
              <a:ahLst/>
              <a:cxnLst/>
              <a:rect l="l" t="t" r="r" b="b"/>
              <a:pathLst>
                <a:path w="5440" h="2562" extrusionOk="0">
                  <a:moveTo>
                    <a:pt x="1" y="0"/>
                  </a:moveTo>
                  <a:lnTo>
                    <a:pt x="1" y="2561"/>
                  </a:lnTo>
                  <a:lnTo>
                    <a:pt x="5440" y="2561"/>
                  </a:lnTo>
                  <a:lnTo>
                    <a:pt x="5440" y="0"/>
                  </a:lnTo>
                  <a:close/>
                </a:path>
              </a:pathLst>
            </a:custGeom>
            <a:solidFill>
              <a:schemeClr val="accent3">
                <a:alpha val="8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0" name="Google Shape;1282;p52"/>
            <p:cNvSpPr/>
            <p:nvPr>
              <p:custDataLst>
                <p:tags r:id="rId16"/>
              </p:custDataLst>
            </p:nvPr>
          </p:nvSpPr>
          <p:spPr>
            <a:xfrm>
              <a:off x="6754649" y="3987700"/>
              <a:ext cx="614122" cy="286118"/>
            </a:xfrm>
            <a:custGeom>
              <a:avLst/>
              <a:gdLst/>
              <a:ahLst/>
              <a:cxnLst/>
              <a:rect l="l" t="t" r="r" b="b"/>
              <a:pathLst>
                <a:path w="5440" h="2562" extrusionOk="0">
                  <a:moveTo>
                    <a:pt x="1" y="0"/>
                  </a:moveTo>
                  <a:lnTo>
                    <a:pt x="1" y="2561"/>
                  </a:lnTo>
                  <a:lnTo>
                    <a:pt x="5440" y="2561"/>
                  </a:lnTo>
                  <a:lnTo>
                    <a:pt x="5440" y="0"/>
                  </a:lnTo>
                  <a:close/>
                </a:path>
              </a:pathLst>
            </a:custGeom>
            <a:solidFill>
              <a:schemeClr val="accent3">
                <a:alpha val="933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1" name="Google Shape;1283;p52"/>
            <p:cNvSpPr/>
            <p:nvPr>
              <p:custDataLst>
                <p:tags r:id="rId17"/>
              </p:custDataLst>
            </p:nvPr>
          </p:nvSpPr>
          <p:spPr>
            <a:xfrm>
              <a:off x="6754649" y="4306316"/>
              <a:ext cx="614122" cy="286118"/>
            </a:xfrm>
            <a:custGeom>
              <a:avLst/>
              <a:gdLst/>
              <a:ahLst/>
              <a:cxnLst/>
              <a:rect l="l" t="t" r="r" b="b"/>
              <a:pathLst>
                <a:path w="5440" h="2562" extrusionOk="0">
                  <a:moveTo>
                    <a:pt x="1" y="1"/>
                  </a:moveTo>
                  <a:lnTo>
                    <a:pt x="1" y="2562"/>
                  </a:lnTo>
                  <a:lnTo>
                    <a:pt x="5440" y="2562"/>
                  </a:lnTo>
                  <a:lnTo>
                    <a:pt x="54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2" name="Google Shape;1284;p52"/>
            <p:cNvSpPr/>
            <p:nvPr>
              <p:custDataLst>
                <p:tags r:id="rId18"/>
              </p:custDataLst>
            </p:nvPr>
          </p:nvSpPr>
          <p:spPr>
            <a:xfrm>
              <a:off x="6655532" y="2184555"/>
              <a:ext cx="834370" cy="2623081"/>
            </a:xfrm>
            <a:custGeom>
              <a:avLst/>
              <a:gdLst/>
              <a:ahLst/>
              <a:cxnLst/>
              <a:rect l="l" t="t" r="r" b="b"/>
              <a:pathLst>
                <a:path w="7391" h="23488" extrusionOk="0">
                  <a:moveTo>
                    <a:pt x="6928" y="21951"/>
                  </a:moveTo>
                  <a:cubicBezTo>
                    <a:pt x="6928" y="22244"/>
                    <a:pt x="6830" y="22536"/>
                    <a:pt x="6610" y="22756"/>
                  </a:cubicBezTo>
                  <a:cubicBezTo>
                    <a:pt x="6391" y="22975"/>
                    <a:pt x="6098" y="23073"/>
                    <a:pt x="5806" y="23097"/>
                  </a:cubicBezTo>
                  <a:lnTo>
                    <a:pt x="513" y="23097"/>
                  </a:lnTo>
                  <a:cubicBezTo>
                    <a:pt x="342" y="23097"/>
                    <a:pt x="172" y="23048"/>
                    <a:pt x="1" y="22951"/>
                  </a:cubicBezTo>
                  <a:cubicBezTo>
                    <a:pt x="50" y="23024"/>
                    <a:pt x="98" y="23097"/>
                    <a:pt x="172" y="23170"/>
                  </a:cubicBezTo>
                  <a:cubicBezTo>
                    <a:pt x="367" y="23390"/>
                    <a:pt x="659" y="23487"/>
                    <a:pt x="976" y="23487"/>
                  </a:cubicBezTo>
                  <a:lnTo>
                    <a:pt x="6245" y="23487"/>
                  </a:lnTo>
                  <a:cubicBezTo>
                    <a:pt x="6879" y="23487"/>
                    <a:pt x="7391" y="22975"/>
                    <a:pt x="7391" y="22366"/>
                  </a:cubicBezTo>
                  <a:lnTo>
                    <a:pt x="7391" y="2976"/>
                  </a:lnTo>
                  <a:cubicBezTo>
                    <a:pt x="7391" y="1976"/>
                    <a:pt x="6976" y="1025"/>
                    <a:pt x="6269" y="317"/>
                  </a:cubicBezTo>
                  <a:cubicBezTo>
                    <a:pt x="6171" y="195"/>
                    <a:pt x="6049" y="98"/>
                    <a:pt x="5928" y="0"/>
                  </a:cubicBezTo>
                  <a:cubicBezTo>
                    <a:pt x="6586" y="707"/>
                    <a:pt x="6952" y="1610"/>
                    <a:pt x="6928" y="2561"/>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grpSp>
        <p:nvGrpSpPr>
          <p:cNvPr id="53" name="Google Shape;1285;p52"/>
          <p:cNvGrpSpPr/>
          <p:nvPr/>
        </p:nvGrpSpPr>
        <p:grpSpPr>
          <a:xfrm>
            <a:off x="7141459" y="1885950"/>
            <a:ext cx="603495" cy="1371596"/>
            <a:chOff x="3724575" y="3497700"/>
            <a:chExt cx="603495" cy="1371596"/>
          </a:xfrm>
        </p:grpSpPr>
        <p:sp>
          <p:nvSpPr>
            <p:cNvPr id="54" name="Google Shape;1286;p52"/>
            <p:cNvSpPr/>
            <p:nvPr>
              <p:custDataLst>
                <p:tags r:id="rId3"/>
              </p:custDataLst>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5" name="Google Shape;1287;p52"/>
            <p:cNvSpPr/>
            <p:nvPr>
              <p:custDataLst>
                <p:tags r:id="rId4"/>
              </p:custDataLst>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6" name="Google Shape;1288;p52"/>
            <p:cNvSpPr/>
            <p:nvPr>
              <p:custDataLst>
                <p:tags r:id="rId5"/>
              </p:custDataLst>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7" name="Google Shape;1289;p52"/>
            <p:cNvSpPr/>
            <p:nvPr>
              <p:custDataLst>
                <p:tags r:id="rId6"/>
              </p:custDataLst>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8" name="Google Shape;1290;p52"/>
            <p:cNvSpPr/>
            <p:nvPr>
              <p:custDataLst>
                <p:tags r:id="rId7"/>
              </p:custDataLst>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9" name="Google Shape;1291;p52"/>
            <p:cNvSpPr/>
            <p:nvPr>
              <p:custDataLst>
                <p:tags r:id="rId8"/>
              </p:custDataLst>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e0c52069-792a-4106-b81a-63497c6daf71"/>
  <p:tag name="COMMONDATA" val="eyJoZGlkIjoiODQzMmJhODVhMWUxNTYyZjlmZjI0Zjk1ZDVhZjUzZT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Soft Colors UI Design for Agencies by Slidesgo">
  <a:themeElements>
    <a:clrScheme name="Simple Light">
      <a:dk1>
        <a:srgbClr val="000000"/>
      </a:dk1>
      <a:lt1>
        <a:srgbClr val="FCF6E8"/>
      </a:lt1>
      <a:dk2>
        <a:srgbClr val="DBCFC3"/>
      </a:dk2>
      <a:lt2>
        <a:srgbClr val="EFC4B9"/>
      </a:lt2>
      <a:accent1>
        <a:srgbClr val="FDBC96"/>
      </a:accent1>
      <a:accent2>
        <a:srgbClr val="DAC2CF"/>
      </a:accent2>
      <a:accent3>
        <a:srgbClr val="D3E3D6"/>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1201</TotalTime>
  <Words>3031</Words>
  <Application>Microsoft Office PowerPoint</Application>
  <PresentationFormat>全屏显示(16:9)</PresentationFormat>
  <Paragraphs>227</Paragraphs>
  <Slides>35</Slides>
  <Notes>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35</vt:i4>
      </vt:variant>
    </vt:vector>
  </HeadingPairs>
  <TitlesOfParts>
    <vt:vector size="41" baseType="lpstr">
      <vt:lpstr>Karla</vt:lpstr>
      <vt:lpstr>Rubik Black</vt:lpstr>
      <vt:lpstr>Arial</vt:lpstr>
      <vt:lpstr>Abadi</vt:lpstr>
      <vt:lpstr>Bebas Neue</vt:lpstr>
      <vt:lpstr>Soft Colors UI Design for Agencies by Slidesgo</vt:lpstr>
      <vt:lpstr>GIT简明教程</vt:lpstr>
      <vt:lpstr>01</vt:lpstr>
      <vt:lpstr>01</vt:lpstr>
      <vt:lpstr>GIT</vt:lpstr>
      <vt:lpstr>举个栗子</vt:lpstr>
      <vt:lpstr>此时你有这样一台高效运作的版本管理工具：</vt:lpstr>
      <vt:lpstr>GIT中的 核心操作</vt:lpstr>
      <vt:lpstr>一张很经典的图：</vt:lpstr>
      <vt:lpstr>初始化仓库：</vt:lpstr>
      <vt:lpstr>从工作区到暂存区：add</vt:lpstr>
      <vt:lpstr>撤销工作区的更改</vt:lpstr>
      <vt:lpstr>Git add之后想反悔怎么办</vt:lpstr>
      <vt:lpstr>从暂存区到本地仓库：commit</vt:lpstr>
      <vt:lpstr>想要撤销某次提交怎么办：</vt:lpstr>
      <vt:lpstr>从本地仓库到远程仓库：</vt:lpstr>
      <vt:lpstr>从本地仓库到远程仓库：push</vt:lpstr>
      <vt:lpstr>从远程到本地仓库：pull</vt:lpstr>
      <vt:lpstr>示例：从远程拉取回readme文档</vt:lpstr>
      <vt:lpstr>pull遇到fatal: refusing to merge unrelated histories？</vt:lpstr>
      <vt:lpstr>将远程某个仓库复制到本地：clone</vt:lpstr>
      <vt:lpstr>稍作拓展</vt:lpstr>
      <vt:lpstr>版本回退：reset</vt:lpstr>
      <vt:lpstr>GIT中的分支管理：</vt:lpstr>
      <vt:lpstr>GIT中的分支管理：</vt:lpstr>
      <vt:lpstr>如何回到某个提交节点并新建分支？ 为什么会出现head detached？</vt:lpstr>
      <vt:lpstr>两个分支的融合：merge</vt:lpstr>
      <vt:lpstr>另一种融合分支的方式：变基操作</vt:lpstr>
      <vt:lpstr>让分支美观一点：变基操作</vt:lpstr>
      <vt:lpstr>让分支美观一点：变基操作</vt:lpstr>
      <vt:lpstr>让分支美观一点：变基操作</vt:lpstr>
      <vt:lpstr>Git仓库中的git仓库：子仓库</vt:lpstr>
      <vt:lpstr>Git提交的标记：tag</vt:lpstr>
      <vt:lpstr>一些说明</vt:lpstr>
      <vt:lpstr>食用指北</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 Colors UI Design for Agencies</dc:title>
  <dc:creator/>
  <cp:lastModifiedBy>zyt的脑 聪明的</cp:lastModifiedBy>
  <cp:revision>100</cp:revision>
  <dcterms:created xsi:type="dcterms:W3CDTF">2023-06-21T09:46:51Z</dcterms:created>
  <dcterms:modified xsi:type="dcterms:W3CDTF">2025-10-04T12:27:33Z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64E7ED1BA5EB4F4D9EA8860AF89282AF_12</vt:lpwstr>
  </property>
  <property fmtid="{D5CDD505-2E9C-101B-9397-08002B2CF9AE}" pid="3" name="KSOProductBuildVer">
    <vt:lpwstr>2052-11.1.0.14309</vt:lpwstr>
  </property>
</Properties>
</file>